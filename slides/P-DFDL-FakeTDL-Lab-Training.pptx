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66"/>
  </p:notesMasterIdLst>
  <p:handoutMasterIdLst>
    <p:handoutMasterId r:id="rId67"/>
  </p:handoutMasterIdLst>
  <p:sldIdLst>
    <p:sldId id="256" r:id="rId5"/>
    <p:sldId id="847" r:id="rId6"/>
    <p:sldId id="257" r:id="rId7"/>
    <p:sldId id="709" r:id="rId8"/>
    <p:sldId id="751" r:id="rId9"/>
    <p:sldId id="752" r:id="rId10"/>
    <p:sldId id="789" r:id="rId11"/>
    <p:sldId id="743" r:id="rId12"/>
    <p:sldId id="757" r:id="rId13"/>
    <p:sldId id="755" r:id="rId14"/>
    <p:sldId id="805" r:id="rId15"/>
    <p:sldId id="754" r:id="rId16"/>
    <p:sldId id="756" r:id="rId17"/>
    <p:sldId id="839" r:id="rId18"/>
    <p:sldId id="806" r:id="rId19"/>
    <p:sldId id="746" r:id="rId20"/>
    <p:sldId id="744" r:id="rId21"/>
    <p:sldId id="758" r:id="rId22"/>
    <p:sldId id="759" r:id="rId23"/>
    <p:sldId id="760" r:id="rId24"/>
    <p:sldId id="753" r:id="rId25"/>
    <p:sldId id="820" r:id="rId26"/>
    <p:sldId id="773" r:id="rId27"/>
    <p:sldId id="713" r:id="rId28"/>
    <p:sldId id="742" r:id="rId29"/>
    <p:sldId id="808" r:id="rId30"/>
    <p:sldId id="807" r:id="rId31"/>
    <p:sldId id="793" r:id="rId32"/>
    <p:sldId id="761" r:id="rId33"/>
    <p:sldId id="696" r:id="rId34"/>
    <p:sldId id="697" r:id="rId35"/>
    <p:sldId id="790" r:id="rId36"/>
    <p:sldId id="796" r:id="rId37"/>
    <p:sldId id="840" r:id="rId38"/>
    <p:sldId id="658" r:id="rId39"/>
    <p:sldId id="764" r:id="rId40"/>
    <p:sldId id="745" r:id="rId41"/>
    <p:sldId id="797" r:id="rId42"/>
    <p:sldId id="747" r:id="rId43"/>
    <p:sldId id="766" r:id="rId44"/>
    <p:sldId id="772" r:id="rId45"/>
    <p:sldId id="809" r:id="rId46"/>
    <p:sldId id="800" r:id="rId47"/>
    <p:sldId id="801" r:id="rId48"/>
    <p:sldId id="778" r:id="rId49"/>
    <p:sldId id="802" r:id="rId50"/>
    <p:sldId id="803" r:id="rId51"/>
    <p:sldId id="819" r:id="rId52"/>
    <p:sldId id="815" r:id="rId53"/>
    <p:sldId id="816" r:id="rId54"/>
    <p:sldId id="817" r:id="rId55"/>
    <p:sldId id="814" r:id="rId56"/>
    <p:sldId id="414" r:id="rId57"/>
    <p:sldId id="794" r:id="rId58"/>
    <p:sldId id="780" r:id="rId59"/>
    <p:sldId id="781" r:id="rId60"/>
    <p:sldId id="795" r:id="rId61"/>
    <p:sldId id="735" r:id="rId62"/>
    <p:sldId id="785" r:id="rId63"/>
    <p:sldId id="736" r:id="rId64"/>
    <p:sldId id="412" r:id="rId65"/>
  </p:sldIdLst>
  <p:sldSz cx="12192000" cy="6858000"/>
  <p:notesSz cx="6858000" cy="9144000"/>
  <p:embeddedFontLst>
    <p:embeddedFont>
      <p:font typeface="Helvetica" panose="020B0604020202020204" pitchFamily="34" charset="0"/>
      <p:regular r:id="rId68"/>
      <p:bold r:id="rId69"/>
      <p:italic r:id="rId70"/>
      <p:boldItalic r:id="rId71"/>
    </p:embeddedFont>
    <p:embeddedFont>
      <p:font typeface="Noto Sans" panose="020B0502040504020204" pitchFamily="34" charset="0"/>
      <p:regular r:id="rId72"/>
      <p:bold r:id="rId73"/>
      <p:italic r:id="rId74"/>
      <p:boldItalic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E47B93-3C88-4A54-8B8F-9E85ADD71A82}">
          <p14:sldIdLst>
            <p14:sldId id="256"/>
            <p14:sldId id="847"/>
            <p14:sldId id="257"/>
            <p14:sldId id="709"/>
            <p14:sldId id="751"/>
            <p14:sldId id="752"/>
            <p14:sldId id="789"/>
            <p14:sldId id="743"/>
            <p14:sldId id="757"/>
            <p14:sldId id="755"/>
            <p14:sldId id="805"/>
            <p14:sldId id="754"/>
            <p14:sldId id="756"/>
            <p14:sldId id="839"/>
            <p14:sldId id="806"/>
            <p14:sldId id="746"/>
            <p14:sldId id="744"/>
            <p14:sldId id="758"/>
            <p14:sldId id="759"/>
            <p14:sldId id="760"/>
            <p14:sldId id="753"/>
            <p14:sldId id="820"/>
            <p14:sldId id="773"/>
            <p14:sldId id="713"/>
            <p14:sldId id="742"/>
            <p14:sldId id="808"/>
            <p14:sldId id="807"/>
            <p14:sldId id="793"/>
            <p14:sldId id="761"/>
            <p14:sldId id="696"/>
            <p14:sldId id="697"/>
            <p14:sldId id="790"/>
            <p14:sldId id="796"/>
            <p14:sldId id="840"/>
            <p14:sldId id="658"/>
            <p14:sldId id="764"/>
            <p14:sldId id="745"/>
            <p14:sldId id="797"/>
            <p14:sldId id="747"/>
            <p14:sldId id="766"/>
            <p14:sldId id="772"/>
            <p14:sldId id="809"/>
            <p14:sldId id="800"/>
            <p14:sldId id="801"/>
            <p14:sldId id="778"/>
            <p14:sldId id="802"/>
            <p14:sldId id="803"/>
            <p14:sldId id="819"/>
            <p14:sldId id="815"/>
            <p14:sldId id="816"/>
            <p14:sldId id="817"/>
            <p14:sldId id="814"/>
            <p14:sldId id="414"/>
            <p14:sldId id="794"/>
            <p14:sldId id="780"/>
            <p14:sldId id="781"/>
            <p14:sldId id="795"/>
          </p14:sldIdLst>
        </p14:section>
        <p14:section name="Conclusion" id="{DFE9AECF-B4CC-419E-B2C2-A981F764EC82}">
          <p14:sldIdLst>
            <p14:sldId id="735"/>
            <p14:sldId id="785"/>
            <p14:sldId id="736"/>
          </p14:sldIdLst>
        </p14:section>
        <p14:section name="END" id="{934ADC74-EEF7-404D-8748-32A5A2BE1C04}">
          <p14:sldIdLst>
            <p14:sldId id="4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77902-1335-4217-8F47-AA993E23F6FA}" v="3" dt="2025-11-20T01:15:20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28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314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1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7.fntdata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2.fntdata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5.fntdata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6.fntdata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font" Target="fonts/font4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undo custSel addSld delSld modSld sldOrd delSection modSection">
      <pc:chgData name="Beckerle, Mike" userId="41155a9a-513c-4288-9ceb-5c90f574ab21" providerId="ADAL" clId="{93EA92E5-423E-4026-A29C-DC3240D7B59D}" dt="2025-11-20T01:31:25.147" v="407" actId="20577"/>
      <pc:docMkLst>
        <pc:docMk/>
      </pc:docMkLst>
      <pc:sldChg chg="delSp modSp add mod setBg">
        <pc:chgData name="Beckerle, Mike" userId="41155a9a-513c-4288-9ceb-5c90f574ab21" providerId="ADAL" clId="{93EA92E5-423E-4026-A29C-DC3240D7B59D}" dt="2025-11-20T01:29:38.428" v="396" actId="20577"/>
        <pc:sldMkLst>
          <pc:docMk/>
          <pc:sldMk cId="2289727578" sldId="256"/>
        </pc:sldMkLst>
        <pc:spChg chg="mod">
          <ac:chgData name="Beckerle, Mike" userId="41155a9a-513c-4288-9ceb-5c90f574ab21" providerId="ADAL" clId="{93EA92E5-423E-4026-A29C-DC3240D7B59D}" dt="2025-11-20T01:29:38.428" v="396" actId="20577"/>
          <ac:spMkLst>
            <pc:docMk/>
            <pc:sldMk cId="2289727578" sldId="256"/>
            <ac:spMk id="2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0T01:29:19.415" v="390" actId="14100"/>
          <ac:spMkLst>
            <pc:docMk/>
            <pc:sldMk cId="2289727578" sldId="256"/>
            <ac:spMk id="3" creationId="{62AFA53D-5EAB-18CA-30B0-27A9CE24A8AD}"/>
          </ac:spMkLst>
        </pc:spChg>
        <pc:spChg chg="del">
          <ac:chgData name="Beckerle, Mike" userId="41155a9a-513c-4288-9ceb-5c90f574ab21" providerId="ADAL" clId="{93EA92E5-423E-4026-A29C-DC3240D7B59D}" dt="2025-11-20T00:58:35.110" v="109" actId="478"/>
          <ac:spMkLst>
            <pc:docMk/>
            <pc:sldMk cId="2289727578" sldId="256"/>
            <ac:spMk id="4" creationId="{F6BC621F-A7B3-0AE2-CBA9-8020D95025D2}"/>
          </ac:spMkLst>
        </pc:spChg>
        <pc:spChg chg="del mod">
          <ac:chgData name="Beckerle, Mike" userId="41155a9a-513c-4288-9ceb-5c90f574ab21" providerId="ADAL" clId="{93EA92E5-423E-4026-A29C-DC3240D7B59D}" dt="2025-11-20T00:58:42.334" v="112" actId="478"/>
          <ac:spMkLst>
            <pc:docMk/>
            <pc:sldMk cId="2289727578" sldId="256"/>
            <ac:spMk id="5" creationId="{E0267F4F-79F1-EB7C-16F9-23F53BF3ACF0}"/>
          </ac:spMkLst>
        </pc:spChg>
        <pc:picChg chg="del">
          <ac:chgData name="Beckerle, Mike" userId="41155a9a-513c-4288-9ceb-5c90f574ab21" providerId="ADAL" clId="{93EA92E5-423E-4026-A29C-DC3240D7B59D}" dt="2025-11-20T00:58:36.913" v="110" actId="478"/>
          <ac:picMkLst>
            <pc:docMk/>
            <pc:sldMk cId="2289727578" sldId="256"/>
            <ac:picMk id="6" creationId="{D303A030-63D4-40D0-9027-811B54788548}"/>
          </ac:picMkLst>
        </pc:picChg>
        <pc:picChg chg="del">
          <ac:chgData name="Beckerle, Mike" userId="41155a9a-513c-4288-9ceb-5c90f574ab21" providerId="ADAL" clId="{93EA92E5-423E-4026-A29C-DC3240D7B59D}" dt="2025-11-20T00:58:38.384" v="111" actId="478"/>
          <ac:picMkLst>
            <pc:docMk/>
            <pc:sldMk cId="2289727578" sldId="256"/>
            <ac:picMk id="9" creationId="{A1E25866-E251-4622-9CEF-57340FB3C23F}"/>
          </ac:picMkLst>
        </pc:picChg>
      </pc:sldChg>
      <pc:sldChg chg="addSp delSp modSp add mod modClrScheme chgLayout">
        <pc:chgData name="Beckerle, Mike" userId="41155a9a-513c-4288-9ceb-5c90f574ab21" providerId="ADAL" clId="{93EA92E5-423E-4026-A29C-DC3240D7B59D}" dt="2025-11-20T01:30:11.808" v="401" actId="700"/>
        <pc:sldMkLst>
          <pc:docMk/>
          <pc:sldMk cId="1272040667" sldId="257"/>
        </pc:sldMkLst>
        <pc:spChg chg="mod ord">
          <ac:chgData name="Beckerle, Mike" userId="41155a9a-513c-4288-9ceb-5c90f574ab21" providerId="ADAL" clId="{93EA92E5-423E-4026-A29C-DC3240D7B59D}" dt="2025-11-20T01:30:11.808" v="401" actId="700"/>
          <ac:spMkLst>
            <pc:docMk/>
            <pc:sldMk cId="1272040667" sldId="257"/>
            <ac:spMk id="2" creationId="{CA77313B-0691-4E21-A3D7-303B35134385}"/>
          </ac:spMkLst>
        </pc:spChg>
        <pc:spChg chg="mod ord">
          <ac:chgData name="Beckerle, Mike" userId="41155a9a-513c-4288-9ceb-5c90f574ab21" providerId="ADAL" clId="{93EA92E5-423E-4026-A29C-DC3240D7B59D}" dt="2025-11-20T01:30:11.808" v="401" actId="700"/>
          <ac:spMkLst>
            <pc:docMk/>
            <pc:sldMk cId="1272040667" sldId="257"/>
            <ac:spMk id="3" creationId="{388B0DF4-73BA-4515-871C-4B65965DDEA1}"/>
          </ac:spMkLst>
        </pc:spChg>
        <pc:spChg chg="add del mod">
          <ac:chgData name="Beckerle, Mike" userId="41155a9a-513c-4288-9ceb-5c90f574ab21" providerId="ADAL" clId="{93EA92E5-423E-4026-A29C-DC3240D7B59D}" dt="2025-11-20T01:30:06.353" v="400" actId="478"/>
          <ac:spMkLst>
            <pc:docMk/>
            <pc:sldMk cId="1272040667" sldId="257"/>
            <ac:spMk id="5" creationId="{493BB3AB-619A-2F20-D1CF-672F1CA55134}"/>
          </ac:spMkLst>
        </pc:spChg>
        <pc:spChg chg="del mod">
          <ac:chgData name="Beckerle, Mike" userId="41155a9a-513c-4288-9ceb-5c90f574ab21" providerId="ADAL" clId="{93EA92E5-423E-4026-A29C-DC3240D7B59D}" dt="2025-11-20T01:30:02.508" v="399" actId="478"/>
          <ac:spMkLst>
            <pc:docMk/>
            <pc:sldMk cId="1272040667" sldId="257"/>
            <ac:spMk id="6" creationId="{BFD52119-FC7D-4264-8CA3-F5A7DACEB66A}"/>
          </ac:spMkLst>
        </pc:spChg>
        <pc:spChg chg="mod ord">
          <ac:chgData name="Beckerle, Mike" userId="41155a9a-513c-4288-9ceb-5c90f574ab21" providerId="ADAL" clId="{93EA92E5-423E-4026-A29C-DC3240D7B59D}" dt="2025-11-20T01:30:11.808" v="401" actId="700"/>
          <ac:spMkLst>
            <pc:docMk/>
            <pc:sldMk cId="1272040667" sldId="257"/>
            <ac:spMk id="7" creationId="{D861F11D-ACB0-4771-978B-A3B3BE23310A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0" sldId="259"/>
        </pc:sldMkLst>
        <pc:spChg chg="mod">
          <ac:chgData name="Beckerle, Mike" userId="41155a9a-513c-4288-9ceb-5c90f574ab21" providerId="ADAL" clId="{93EA92E5-423E-4026-A29C-DC3240D7B59D}" dt="2025-11-20T00:57:50.499" v="10" actId="27636"/>
          <ac:spMkLst>
            <pc:docMk/>
            <pc:sldMk cId="0" sldId="259"/>
            <ac:spMk id="14" creationId="{2229232F-171D-4E2D-862A-4EAAFC77BD4C}"/>
          </ac:spMkLst>
        </pc:spChg>
        <pc:spChg chg="mod">
          <ac:chgData name="Beckerle, Mike" userId="41155a9a-513c-4288-9ceb-5c90f574ab21" providerId="ADAL" clId="{93EA92E5-423E-4026-A29C-DC3240D7B59D}" dt="2025-11-20T00:57:50.498" v="9" actId="27636"/>
          <ac:spMkLst>
            <pc:docMk/>
            <pc:sldMk cId="0" sldId="259"/>
            <ac:spMk id="15" creationId="{B8D8EF65-3246-41D8-8AD6-915A174B04F9}"/>
          </ac:spMkLst>
        </pc:spChg>
        <pc:spChg chg="mod">
          <ac:chgData name="Beckerle, Mike" userId="41155a9a-513c-4288-9ceb-5c90f574ab21" providerId="ADAL" clId="{93EA92E5-423E-4026-A29C-DC3240D7B59D}" dt="2025-11-20T00:57:50.491" v="6" actId="27636"/>
          <ac:spMkLst>
            <pc:docMk/>
            <pc:sldMk cId="0" sldId="259"/>
            <ac:spMk id="16" creationId="{93493C60-F01C-423D-B02E-BC262AE4AF0D}"/>
          </ac:spMkLst>
        </pc:spChg>
        <pc:spChg chg="mod">
          <ac:chgData name="Beckerle, Mike" userId="41155a9a-513c-4288-9ceb-5c90f574ab21" providerId="ADAL" clId="{93EA92E5-423E-4026-A29C-DC3240D7B59D}" dt="2025-11-20T00:57:50.493" v="7" actId="27636"/>
          <ac:spMkLst>
            <pc:docMk/>
            <pc:sldMk cId="0" sldId="259"/>
            <ac:spMk id="14338" creationId="{8692B80E-58EE-4F8F-9C9C-0069006C6F3D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0" sldId="260"/>
        </pc:sldMkLst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0" sldId="263"/>
        </pc:sldMkLst>
        <pc:spChg chg="mod">
          <ac:chgData name="Beckerle, Mike" userId="41155a9a-513c-4288-9ceb-5c90f574ab21" providerId="ADAL" clId="{93EA92E5-423E-4026-A29C-DC3240D7B59D}" dt="2025-11-20T00:57:50.567" v="16" actId="27636"/>
          <ac:spMkLst>
            <pc:docMk/>
            <pc:sldMk cId="0" sldId="263"/>
            <ac:spMk id="18434" creationId="{D0D370E8-41F3-4B64-A6AC-17C048797C29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141756896" sldId="329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718717029" sldId="330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1073451390" sldId="331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78212637" sldId="332"/>
        </pc:sldMkLst>
      </pc:sldChg>
      <pc:sldChg chg="modSp add del mod">
        <pc:chgData name="Beckerle, Mike" userId="41155a9a-513c-4288-9ceb-5c90f574ab21" providerId="ADAL" clId="{93EA92E5-423E-4026-A29C-DC3240D7B59D}" dt="2025-11-20T01:27:27.596" v="377" actId="47"/>
        <pc:sldMkLst>
          <pc:docMk/>
          <pc:sldMk cId="397566060" sldId="352"/>
        </pc:sldMkLst>
        <pc:spChg chg="mod">
          <ac:chgData name="Beckerle, Mike" userId="41155a9a-513c-4288-9ceb-5c90f574ab21" providerId="ADAL" clId="{93EA92E5-423E-4026-A29C-DC3240D7B59D}" dt="2025-11-20T00:57:51.152" v="54" actId="27636"/>
          <ac:spMkLst>
            <pc:docMk/>
            <pc:sldMk cId="397566060" sldId="352"/>
            <ac:spMk id="4" creationId="{C8FD3E2A-2398-4E79-9D81-8E15BBE70C11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3497120881" sldId="388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1843487419" sldId="412"/>
        </pc:sldMkLst>
      </pc:sldChg>
      <pc:sldChg chg="modSp add del mod">
        <pc:chgData name="Beckerle, Mike" userId="41155a9a-513c-4288-9ceb-5c90f574ab21" providerId="ADAL" clId="{93EA92E5-423E-4026-A29C-DC3240D7B59D}" dt="2025-11-20T01:27:44.569" v="379" actId="47"/>
        <pc:sldMkLst>
          <pc:docMk/>
          <pc:sldMk cId="3858124962" sldId="413"/>
        </pc:sldMkLst>
        <pc:spChg chg="mod">
          <ac:chgData name="Beckerle, Mike" userId="41155a9a-513c-4288-9ceb-5c90f574ab21" providerId="ADAL" clId="{93EA92E5-423E-4026-A29C-DC3240D7B59D}" dt="2025-11-20T00:57:51.139" v="53" actId="27636"/>
          <ac:spMkLst>
            <pc:docMk/>
            <pc:sldMk cId="3858124962" sldId="413"/>
            <ac:spMk id="2" creationId="{1E2FA113-9845-484B-AE5D-FA81691A2B8F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974" v="42" actId="27636"/>
        <pc:sldMkLst>
          <pc:docMk/>
          <pc:sldMk cId="1843016033" sldId="414"/>
        </pc:sldMkLst>
        <pc:spChg chg="mod">
          <ac:chgData name="Beckerle, Mike" userId="41155a9a-513c-4288-9ceb-5c90f574ab21" providerId="ADAL" clId="{93EA92E5-423E-4026-A29C-DC3240D7B59D}" dt="2025-11-20T00:57:50.974" v="42" actId="27636"/>
          <ac:spMkLst>
            <pc:docMk/>
            <pc:sldMk cId="1843016033" sldId="414"/>
            <ac:spMk id="2" creationId="{DFE7D818-AD8C-4D00-950A-7E777DC506FA}"/>
          </ac:spMkLst>
        </pc:spChg>
      </pc:sldChg>
      <pc:sldChg chg="add del">
        <pc:chgData name="Beckerle, Mike" userId="41155a9a-513c-4288-9ceb-5c90f574ab21" providerId="ADAL" clId="{93EA92E5-423E-4026-A29C-DC3240D7B59D}" dt="2025-11-20T01:08:52.538" v="161" actId="2696"/>
        <pc:sldMkLst>
          <pc:docMk/>
          <pc:sldMk cId="2083025670" sldId="601"/>
        </pc:sldMkLst>
      </pc:sldChg>
      <pc:sldChg chg="modSp add del mod">
        <pc:chgData name="Beckerle, Mike" userId="41155a9a-513c-4288-9ceb-5c90f574ab21" providerId="ADAL" clId="{93EA92E5-423E-4026-A29C-DC3240D7B59D}" dt="2025-11-20T01:27:56.632" v="382" actId="47"/>
        <pc:sldMkLst>
          <pc:docMk/>
          <pc:sldMk cId="1007197379" sldId="641"/>
        </pc:sldMkLst>
        <pc:spChg chg="mod">
          <ac:chgData name="Beckerle, Mike" userId="41155a9a-513c-4288-9ceb-5c90f574ab21" providerId="ADAL" clId="{93EA92E5-423E-4026-A29C-DC3240D7B59D}" dt="2025-11-20T00:57:51.171" v="56" actId="27636"/>
          <ac:spMkLst>
            <pc:docMk/>
            <pc:sldMk cId="1007197379" sldId="641"/>
            <ac:spMk id="2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0T00:57:51.170" v="55" actId="27636"/>
          <ac:spMkLst>
            <pc:docMk/>
            <pc:sldMk cId="1007197379" sldId="641"/>
            <ac:spMk id="3" creationId="{00000000-0000-0000-0000-000000000000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3511392692" sldId="642"/>
        </pc:sldMkLst>
        <pc:spChg chg="mod">
          <ac:chgData name="Beckerle, Mike" userId="41155a9a-513c-4288-9ceb-5c90f574ab21" providerId="ADAL" clId="{93EA92E5-423E-4026-A29C-DC3240D7B59D}" dt="2025-11-20T00:57:50.540" v="13" actId="27636"/>
          <ac:spMkLst>
            <pc:docMk/>
            <pc:sldMk cId="3511392692" sldId="642"/>
            <ac:spMk id="2" creationId="{939244DB-A02E-46AB-B4C0-F727E995B0E5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661036813" sldId="645"/>
        </pc:sldMkLst>
        <pc:spChg chg="mod">
          <ac:chgData name="Beckerle, Mike" userId="41155a9a-513c-4288-9ceb-5c90f574ab21" providerId="ADAL" clId="{93EA92E5-423E-4026-A29C-DC3240D7B59D}" dt="2025-11-20T00:57:50.535" v="12" actId="27636"/>
          <ac:spMkLst>
            <pc:docMk/>
            <pc:sldMk cId="661036813" sldId="645"/>
            <ac:spMk id="17410" creationId="{1B2F5986-D4AE-4FE9-9A5A-679A1D0CC866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1067871209" sldId="649"/>
        </pc:sldMkLst>
        <pc:spChg chg="mod">
          <ac:chgData name="Beckerle, Mike" userId="41155a9a-513c-4288-9ceb-5c90f574ab21" providerId="ADAL" clId="{93EA92E5-423E-4026-A29C-DC3240D7B59D}" dt="2025-11-20T00:57:50.542" v="14" actId="27636"/>
          <ac:spMkLst>
            <pc:docMk/>
            <pc:sldMk cId="1067871209" sldId="649"/>
            <ac:spMk id="2" creationId="{939244DB-A02E-46AB-B4C0-F727E995B0E5}"/>
          </ac:spMkLst>
        </pc:spChg>
      </pc:sldChg>
      <pc:sldChg chg="modSp add mod">
        <pc:chgData name="Beckerle, Mike" userId="41155a9a-513c-4288-9ceb-5c90f574ab21" providerId="ADAL" clId="{93EA92E5-423E-4026-A29C-DC3240D7B59D}" dt="2025-11-20T01:18:49.579" v="268" actId="20577"/>
        <pc:sldMkLst>
          <pc:docMk/>
          <pc:sldMk cId="1041829088" sldId="658"/>
        </pc:sldMkLst>
        <pc:spChg chg="mod">
          <ac:chgData name="Beckerle, Mike" userId="41155a9a-513c-4288-9ceb-5c90f574ab21" providerId="ADAL" clId="{93EA92E5-423E-4026-A29C-DC3240D7B59D}" dt="2025-11-20T00:57:50.794" v="30" actId="27636"/>
          <ac:spMkLst>
            <pc:docMk/>
            <pc:sldMk cId="1041829088" sldId="658"/>
            <ac:spMk id="5" creationId="{87E454BF-E5AB-59F2-DCBC-3D2505555589}"/>
          </ac:spMkLst>
        </pc:spChg>
        <pc:spChg chg="mod">
          <ac:chgData name="Beckerle, Mike" userId="41155a9a-513c-4288-9ceb-5c90f574ab21" providerId="ADAL" clId="{93EA92E5-423E-4026-A29C-DC3240D7B59D}" dt="2025-11-20T01:18:49.579" v="268" actId="20577"/>
          <ac:spMkLst>
            <pc:docMk/>
            <pc:sldMk cId="1041829088" sldId="658"/>
            <ac:spMk id="6" creationId="{F9615C40-6685-3E99-EE14-C899AD81A0E6}"/>
          </ac:spMkLst>
        </pc:spChg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1457293935" sldId="664"/>
        </pc:sldMkLst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4156352288" sldId="665"/>
        </pc:sldMkLst>
      </pc:sldChg>
      <pc:sldChg chg="add del">
        <pc:chgData name="Beckerle, Mike" userId="41155a9a-513c-4288-9ceb-5c90f574ab21" providerId="ADAL" clId="{93EA92E5-423E-4026-A29C-DC3240D7B59D}" dt="2025-11-20T01:27:47.861" v="380" actId="47"/>
        <pc:sldMkLst>
          <pc:docMk/>
          <pc:sldMk cId="3420989403" sldId="675"/>
        </pc:sldMkLst>
      </pc:sldChg>
      <pc:sldChg chg="modSp add del mod">
        <pc:chgData name="Beckerle, Mike" userId="41155a9a-513c-4288-9ceb-5c90f574ab21" providerId="ADAL" clId="{93EA92E5-423E-4026-A29C-DC3240D7B59D}" dt="2025-11-20T01:28:24.704" v="384" actId="47"/>
        <pc:sldMkLst>
          <pc:docMk/>
          <pc:sldMk cId="1369301799" sldId="676"/>
        </pc:sldMkLst>
        <pc:spChg chg="mod">
          <ac:chgData name="Beckerle, Mike" userId="41155a9a-513c-4288-9ceb-5c90f574ab21" providerId="ADAL" clId="{93EA92E5-423E-4026-A29C-DC3240D7B59D}" dt="2025-11-20T00:57:51.204" v="58" actId="27636"/>
          <ac:spMkLst>
            <pc:docMk/>
            <pc:sldMk cId="1369301799" sldId="676"/>
            <ac:spMk id="7" creationId="{529221AB-EB93-435D-8FEE-C69768F9D526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4262771937" sldId="689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4071866818" sldId="695"/>
        </pc:sldMkLst>
      </pc:sldChg>
      <pc:sldChg chg="modSp add mod">
        <pc:chgData name="Beckerle, Mike" userId="41155a9a-513c-4288-9ceb-5c90f574ab21" providerId="ADAL" clId="{93EA92E5-423E-4026-A29C-DC3240D7B59D}" dt="2025-11-20T01:17:17.651" v="224" actId="20577"/>
        <pc:sldMkLst>
          <pc:docMk/>
          <pc:sldMk cId="3862995962" sldId="696"/>
        </pc:sldMkLst>
        <pc:spChg chg="mod">
          <ac:chgData name="Beckerle, Mike" userId="41155a9a-513c-4288-9ceb-5c90f574ab21" providerId="ADAL" clId="{93EA92E5-423E-4026-A29C-DC3240D7B59D}" dt="2025-11-20T01:17:17.651" v="224" actId="20577"/>
          <ac:spMkLst>
            <pc:docMk/>
            <pc:sldMk cId="3862995962" sldId="696"/>
            <ac:spMk id="2" creationId="{B0991D17-63CF-42A0-A03E-736DA156A928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786" v="29" actId="27636"/>
        <pc:sldMkLst>
          <pc:docMk/>
          <pc:sldMk cId="4292402744" sldId="697"/>
        </pc:sldMkLst>
        <pc:spChg chg="mod">
          <ac:chgData name="Beckerle, Mike" userId="41155a9a-513c-4288-9ceb-5c90f574ab21" providerId="ADAL" clId="{93EA92E5-423E-4026-A29C-DC3240D7B59D}" dt="2025-11-20T00:57:50.786" v="29" actId="27636"/>
          <ac:spMkLst>
            <pc:docMk/>
            <pc:sldMk cId="4292402744" sldId="697"/>
            <ac:spMk id="2" creationId="{18FF3021-355B-4D63-94E8-631A73BAA921}"/>
          </ac:spMkLst>
        </pc:spChg>
      </pc:sldChg>
      <pc:sldChg chg="modSp add mod">
        <pc:chgData name="Beckerle, Mike" userId="41155a9a-513c-4288-9ceb-5c90f574ab21" providerId="ADAL" clId="{93EA92E5-423E-4026-A29C-DC3240D7B59D}" dt="2025-11-20T01:07:21.061" v="157" actId="27636"/>
        <pc:sldMkLst>
          <pc:docMk/>
          <pc:sldMk cId="3479980016" sldId="709"/>
        </pc:sldMkLst>
        <pc:spChg chg="mod">
          <ac:chgData name="Beckerle, Mike" userId="41155a9a-513c-4288-9ceb-5c90f574ab21" providerId="ADAL" clId="{93EA92E5-423E-4026-A29C-DC3240D7B59D}" dt="2025-11-20T01:07:21.061" v="157" actId="27636"/>
          <ac:spMkLst>
            <pc:docMk/>
            <pc:sldMk cId="3479980016" sldId="709"/>
            <ac:spMk id="8" creationId="{876D36AA-558C-5050-ABFF-2B51F51D2BF6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393025175" sldId="711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901194083" sldId="713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902305267" sldId="735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1076890940" sldId="736"/>
        </pc:sldMkLst>
      </pc:sldChg>
      <pc:sldChg chg="modSp add del mod">
        <pc:chgData name="Beckerle, Mike" userId="41155a9a-513c-4288-9ceb-5c90f574ab21" providerId="ADAL" clId="{93EA92E5-423E-4026-A29C-DC3240D7B59D}" dt="2025-11-20T01:27:12.057" v="376" actId="47"/>
        <pc:sldMkLst>
          <pc:docMk/>
          <pc:sldMk cId="3685140546" sldId="740"/>
        </pc:sldMkLst>
        <pc:spChg chg="mod">
          <ac:chgData name="Beckerle, Mike" userId="41155a9a-513c-4288-9ceb-5c90f574ab21" providerId="ADAL" clId="{93EA92E5-423E-4026-A29C-DC3240D7B59D}" dt="2025-11-20T00:57:51.122" v="52" actId="27636"/>
          <ac:spMkLst>
            <pc:docMk/>
            <pc:sldMk cId="3685140546" sldId="740"/>
            <ac:spMk id="8" creationId="{876D36AA-558C-5050-ABFF-2B51F51D2BF6}"/>
          </ac:spMkLst>
        </pc:spChg>
      </pc:sldChg>
      <pc:sldChg chg="modSp add del mod">
        <pc:chgData name="Beckerle, Mike" userId="41155a9a-513c-4288-9ceb-5c90f574ab21" providerId="ADAL" clId="{93EA92E5-423E-4026-A29C-DC3240D7B59D}" dt="2025-11-20T00:59:45.907" v="136" actId="2696"/>
        <pc:sldMkLst>
          <pc:docMk/>
          <pc:sldMk cId="3588608313" sldId="741"/>
        </pc:sldMkLst>
        <pc:spChg chg="mod">
          <ac:chgData name="Beckerle, Mike" userId="41155a9a-513c-4288-9ceb-5c90f574ab21" providerId="ADAL" clId="{93EA92E5-423E-4026-A29C-DC3240D7B59D}" dt="2025-11-20T00:59:05.293" v="126" actId="20577"/>
          <ac:spMkLst>
            <pc:docMk/>
            <pc:sldMk cId="3588608313" sldId="741"/>
            <ac:spMk id="5" creationId="{0101D3B1-BDD9-EE12-FD2A-A66910B594E8}"/>
          </ac:spMkLst>
        </pc:spChg>
        <pc:spChg chg="mod">
          <ac:chgData name="Beckerle, Mike" userId="41155a9a-513c-4288-9ceb-5c90f574ab21" providerId="ADAL" clId="{93EA92E5-423E-4026-A29C-DC3240D7B59D}" dt="2025-11-20T00:59:30.964" v="135" actId="20577"/>
          <ac:spMkLst>
            <pc:docMk/>
            <pc:sldMk cId="3588608313" sldId="741"/>
            <ac:spMk id="6" creationId="{D9621002-094C-753D-1E60-6F4EAEDFFF52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07341491" sldId="742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204199754" sldId="743"/>
        </pc:sldMkLst>
      </pc:sldChg>
      <pc:sldChg chg="modSp add mod">
        <pc:chgData name="Beckerle, Mike" userId="41155a9a-513c-4288-9ceb-5c90f574ab21" providerId="ADAL" clId="{93EA92E5-423E-4026-A29C-DC3240D7B59D}" dt="2025-11-20T01:13:12.962" v="199" actId="20577"/>
        <pc:sldMkLst>
          <pc:docMk/>
          <pc:sldMk cId="115935160" sldId="744"/>
        </pc:sldMkLst>
        <pc:spChg chg="mod">
          <ac:chgData name="Beckerle, Mike" userId="41155a9a-513c-4288-9ceb-5c90f574ab21" providerId="ADAL" clId="{93EA92E5-423E-4026-A29C-DC3240D7B59D}" dt="2025-11-20T01:13:12.962" v="199" actId="20577"/>
          <ac:spMkLst>
            <pc:docMk/>
            <pc:sldMk cId="115935160" sldId="744"/>
            <ac:spMk id="6" creationId="{373201A3-1903-B918-BFB3-304DE818DDEF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820" v="32" actId="27636"/>
        <pc:sldMkLst>
          <pc:docMk/>
          <pc:sldMk cId="270161385" sldId="745"/>
        </pc:sldMkLst>
        <pc:spChg chg="mod">
          <ac:chgData name="Beckerle, Mike" userId="41155a9a-513c-4288-9ceb-5c90f574ab21" providerId="ADAL" clId="{93EA92E5-423E-4026-A29C-DC3240D7B59D}" dt="2025-11-20T00:57:50.820" v="32" actId="27636"/>
          <ac:spMkLst>
            <pc:docMk/>
            <pc:sldMk cId="270161385" sldId="745"/>
            <ac:spMk id="5" creationId="{9C17218E-6CB4-5F39-1C10-CAE58E674AF5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644" v="21" actId="27636"/>
        <pc:sldMkLst>
          <pc:docMk/>
          <pc:sldMk cId="3117783276" sldId="746"/>
        </pc:sldMkLst>
        <pc:spChg chg="mod">
          <ac:chgData name="Beckerle, Mike" userId="41155a9a-513c-4288-9ceb-5c90f574ab21" providerId="ADAL" clId="{93EA92E5-423E-4026-A29C-DC3240D7B59D}" dt="2025-11-20T00:57:50.644" v="21" actId="27636"/>
          <ac:spMkLst>
            <pc:docMk/>
            <pc:sldMk cId="3117783276" sldId="746"/>
            <ac:spMk id="2" creationId="{E2DD4255-7E67-4768-B59B-08B248653F49}"/>
          </ac:spMkLst>
        </pc:spChg>
      </pc:sldChg>
      <pc:sldChg chg="modSp add mod">
        <pc:chgData name="Beckerle, Mike" userId="41155a9a-513c-4288-9ceb-5c90f574ab21" providerId="ADAL" clId="{93EA92E5-423E-4026-A29C-DC3240D7B59D}" dt="2025-11-20T01:21:47.511" v="292" actId="14100"/>
        <pc:sldMkLst>
          <pc:docMk/>
          <pc:sldMk cId="3864846490" sldId="747"/>
        </pc:sldMkLst>
        <pc:spChg chg="mod">
          <ac:chgData name="Beckerle, Mike" userId="41155a9a-513c-4288-9ceb-5c90f574ab21" providerId="ADAL" clId="{93EA92E5-423E-4026-A29C-DC3240D7B59D}" dt="2025-11-20T01:21:42.021" v="291" actId="1076"/>
          <ac:spMkLst>
            <pc:docMk/>
            <pc:sldMk cId="3864846490" sldId="747"/>
            <ac:spMk id="2" creationId="{9169E8BC-F8DD-957B-F02E-70C4F0CFDBD5}"/>
          </ac:spMkLst>
        </pc:spChg>
        <pc:spChg chg="mod">
          <ac:chgData name="Beckerle, Mike" userId="41155a9a-513c-4288-9ceb-5c90f574ab21" providerId="ADAL" clId="{93EA92E5-423E-4026-A29C-DC3240D7B59D}" dt="2025-11-20T00:57:50.835" v="34" actId="27636"/>
          <ac:spMkLst>
            <pc:docMk/>
            <pc:sldMk cId="3864846490" sldId="747"/>
            <ac:spMk id="6" creationId="{BA90E990-D0E6-B560-6A01-6C0298C3CFB5}"/>
          </ac:spMkLst>
        </pc:spChg>
        <pc:cxnChg chg="mod">
          <ac:chgData name="Beckerle, Mike" userId="41155a9a-513c-4288-9ceb-5c90f574ab21" providerId="ADAL" clId="{93EA92E5-423E-4026-A29C-DC3240D7B59D}" dt="2025-11-20T01:21:47.511" v="292" actId="14100"/>
          <ac:cxnSpMkLst>
            <pc:docMk/>
            <pc:sldMk cId="3864846490" sldId="747"/>
            <ac:cxnSpMk id="4" creationId="{381BD021-E3B6-7404-BB6A-1A359BA061D7}"/>
          </ac:cxnSpMkLst>
        </pc:cxn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1670651962" sldId="749"/>
        </pc:sldMkLst>
        <pc:spChg chg="mod">
          <ac:chgData name="Beckerle, Mike" userId="41155a9a-513c-4288-9ceb-5c90f574ab21" providerId="ADAL" clId="{93EA92E5-423E-4026-A29C-DC3240D7B59D}" dt="2025-11-20T00:57:50.517" v="11" actId="27636"/>
          <ac:spMkLst>
            <pc:docMk/>
            <pc:sldMk cId="1670651962" sldId="749"/>
            <ac:spMk id="3" creationId="{02144F81-818B-9C87-603E-652840B904F3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23.926" v="159" actId="47"/>
        <pc:sldMkLst>
          <pc:docMk/>
          <pc:sldMk cId="2201736248" sldId="750"/>
        </pc:sldMkLst>
        <pc:spChg chg="mod">
          <ac:chgData name="Beckerle, Mike" userId="41155a9a-513c-4288-9ceb-5c90f574ab21" providerId="ADAL" clId="{93EA92E5-423E-4026-A29C-DC3240D7B59D}" dt="2025-11-20T00:57:50.554" v="15" actId="27636"/>
          <ac:spMkLst>
            <pc:docMk/>
            <pc:sldMk cId="2201736248" sldId="750"/>
            <ac:spMk id="6" creationId="{B0C0E823-4218-8DAF-AE78-0D8D66126310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494078791" sldId="751"/>
        </pc:sldMkLst>
      </pc:sldChg>
      <pc:sldChg chg="modSp add mod">
        <pc:chgData name="Beckerle, Mike" userId="41155a9a-513c-4288-9ceb-5c90f574ab21" providerId="ADAL" clId="{93EA92E5-423E-4026-A29C-DC3240D7B59D}" dt="2025-11-20T01:12:12.483" v="197" actId="27636"/>
        <pc:sldMkLst>
          <pc:docMk/>
          <pc:sldMk cId="1055176392" sldId="752"/>
        </pc:sldMkLst>
        <pc:spChg chg="mod">
          <ac:chgData name="Beckerle, Mike" userId="41155a9a-513c-4288-9ceb-5c90f574ab21" providerId="ADAL" clId="{93EA92E5-423E-4026-A29C-DC3240D7B59D}" dt="2025-11-20T01:12:12.483" v="197" actId="27636"/>
          <ac:spMkLst>
            <pc:docMk/>
            <pc:sldMk cId="1055176392" sldId="752"/>
            <ac:spMk id="6" creationId="{95DDEF93-6CAC-A69C-E31E-4D044FBCFAFC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740" v="26" actId="27636"/>
        <pc:sldMkLst>
          <pc:docMk/>
          <pc:sldMk cId="2892276409" sldId="753"/>
        </pc:sldMkLst>
        <pc:spChg chg="mod">
          <ac:chgData name="Beckerle, Mike" userId="41155a9a-513c-4288-9ceb-5c90f574ab21" providerId="ADAL" clId="{93EA92E5-423E-4026-A29C-DC3240D7B59D}" dt="2025-11-20T00:57:50.740" v="26" actId="27636"/>
          <ac:spMkLst>
            <pc:docMk/>
            <pc:sldMk cId="2892276409" sldId="753"/>
            <ac:spMk id="5" creationId="{5D77E29E-E396-DE38-D992-2A733CE4C51F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626" v="19" actId="27636"/>
        <pc:sldMkLst>
          <pc:docMk/>
          <pc:sldMk cId="2350217066" sldId="754"/>
        </pc:sldMkLst>
        <pc:spChg chg="mod">
          <ac:chgData name="Beckerle, Mike" userId="41155a9a-513c-4288-9ceb-5c90f574ab21" providerId="ADAL" clId="{93EA92E5-423E-4026-A29C-DC3240D7B59D}" dt="2025-11-20T00:57:50.626" v="19" actId="27636"/>
          <ac:spMkLst>
            <pc:docMk/>
            <pc:sldMk cId="2350217066" sldId="754"/>
            <ac:spMk id="6" creationId="{495563FA-E342-9DC2-EC8B-E9F970D8F01D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594" v="17" actId="27636"/>
        <pc:sldMkLst>
          <pc:docMk/>
          <pc:sldMk cId="1525639008" sldId="755"/>
        </pc:sldMkLst>
        <pc:spChg chg="mod">
          <ac:chgData name="Beckerle, Mike" userId="41155a9a-513c-4288-9ceb-5c90f574ab21" providerId="ADAL" clId="{93EA92E5-423E-4026-A29C-DC3240D7B59D}" dt="2025-11-20T00:57:50.594" v="17" actId="27636"/>
          <ac:spMkLst>
            <pc:docMk/>
            <pc:sldMk cId="1525639008" sldId="755"/>
            <ac:spMk id="6" creationId="{13C0DA0A-B7C8-5712-AA73-4028CF4C568F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701680818" sldId="756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695358133" sldId="757"/>
        </pc:sldMkLst>
      </pc:sldChg>
      <pc:sldChg chg="addSp delSp modSp add mod">
        <pc:chgData name="Beckerle, Mike" userId="41155a9a-513c-4288-9ceb-5c90f574ab21" providerId="ADAL" clId="{93EA92E5-423E-4026-A29C-DC3240D7B59D}" dt="2025-11-20T01:15:53.426" v="213" actId="1076"/>
        <pc:sldMkLst>
          <pc:docMk/>
          <pc:sldMk cId="3831144734" sldId="758"/>
        </pc:sldMkLst>
        <pc:spChg chg="mod">
          <ac:chgData name="Beckerle, Mike" userId="41155a9a-513c-4288-9ceb-5c90f574ab21" providerId="ADAL" clId="{93EA92E5-423E-4026-A29C-DC3240D7B59D}" dt="2025-11-20T01:15:42.055" v="212" actId="1076"/>
          <ac:spMkLst>
            <pc:docMk/>
            <pc:sldMk cId="3831144734" sldId="758"/>
            <ac:spMk id="2" creationId="{9CCAA0BE-8FBC-9B78-1B49-4F4E5B7DE556}"/>
          </ac:spMkLst>
        </pc:spChg>
        <pc:spChg chg="mod">
          <ac:chgData name="Beckerle, Mike" userId="41155a9a-513c-4288-9ceb-5c90f574ab21" providerId="ADAL" clId="{93EA92E5-423E-4026-A29C-DC3240D7B59D}" dt="2025-11-20T01:15:53.426" v="213" actId="1076"/>
          <ac:spMkLst>
            <pc:docMk/>
            <pc:sldMk cId="3831144734" sldId="758"/>
            <ac:spMk id="3" creationId="{08C1878E-44C6-C448-92BE-42C600CCD892}"/>
          </ac:spMkLst>
        </pc:spChg>
        <pc:spChg chg="add del mod">
          <ac:chgData name="Beckerle, Mike" userId="41155a9a-513c-4288-9ceb-5c90f574ab21" providerId="ADAL" clId="{93EA92E5-423E-4026-A29C-DC3240D7B59D}" dt="2025-11-20T01:15:24.849" v="211" actId="478"/>
          <ac:spMkLst>
            <pc:docMk/>
            <pc:sldMk cId="3831144734" sldId="758"/>
            <ac:spMk id="6" creationId="{CC77FC27-0E58-75CE-2F3D-4141253B1C3B}"/>
          </ac:spMkLst>
        </pc:spChg>
        <pc:spChg chg="add mod">
          <ac:chgData name="Beckerle, Mike" userId="41155a9a-513c-4288-9ceb-5c90f574ab21" providerId="ADAL" clId="{93EA92E5-423E-4026-A29C-DC3240D7B59D}" dt="2025-11-20T01:15:20.546" v="210"/>
          <ac:spMkLst>
            <pc:docMk/>
            <pc:sldMk cId="3831144734" sldId="758"/>
            <ac:spMk id="7" creationId="{955E8EA5-8115-66B3-6035-6CC1AD5644D7}"/>
          </ac:spMkLst>
        </pc:spChg>
        <pc:spChg chg="del mod">
          <ac:chgData name="Beckerle, Mike" userId="41155a9a-513c-4288-9ceb-5c90f574ab21" providerId="ADAL" clId="{93EA92E5-423E-4026-A29C-DC3240D7B59D}" dt="2025-11-20T01:15:07.048" v="209" actId="478"/>
          <ac:spMkLst>
            <pc:docMk/>
            <pc:sldMk cId="3831144734" sldId="758"/>
            <ac:spMk id="9" creationId="{6174150B-4566-0F8A-B17E-7031C5A74C03}"/>
          </ac:spMkLst>
        </pc:spChg>
      </pc:sldChg>
      <pc:sldChg chg="modSp add mod">
        <pc:chgData name="Beckerle, Mike" userId="41155a9a-513c-4288-9ceb-5c90f574ab21" providerId="ADAL" clId="{93EA92E5-423E-4026-A29C-DC3240D7B59D}" dt="2025-11-20T01:14:50.449" v="206" actId="14100"/>
        <pc:sldMkLst>
          <pc:docMk/>
          <pc:sldMk cId="2221563925" sldId="759"/>
        </pc:sldMkLst>
        <pc:spChg chg="mod">
          <ac:chgData name="Beckerle, Mike" userId="41155a9a-513c-4288-9ceb-5c90f574ab21" providerId="ADAL" clId="{93EA92E5-423E-4026-A29C-DC3240D7B59D}" dt="2025-11-20T01:14:50.449" v="206" actId="14100"/>
          <ac:spMkLst>
            <pc:docMk/>
            <pc:sldMk cId="2221563925" sldId="759"/>
            <ac:spMk id="2" creationId="{9CCAA0BE-8FBC-9B78-1B49-4F4E5B7DE556}"/>
          </ac:spMkLst>
        </pc:spChg>
        <pc:spChg chg="mod">
          <ac:chgData name="Beckerle, Mike" userId="41155a9a-513c-4288-9ceb-5c90f574ab21" providerId="ADAL" clId="{93EA92E5-423E-4026-A29C-DC3240D7B59D}" dt="2025-11-20T01:14:40.833" v="205" actId="14100"/>
          <ac:spMkLst>
            <pc:docMk/>
            <pc:sldMk cId="2221563925" sldId="759"/>
            <ac:spMk id="3" creationId="{08C1878E-44C6-C448-92BE-42C600CCD892}"/>
          </ac:spMkLst>
        </pc:spChg>
        <pc:spChg chg="mod">
          <ac:chgData name="Beckerle, Mike" userId="41155a9a-513c-4288-9ceb-5c90f574ab21" providerId="ADAL" clId="{93EA92E5-423E-4026-A29C-DC3240D7B59D}" dt="2025-11-20T01:14:12.737" v="202" actId="20577"/>
          <ac:spMkLst>
            <pc:docMk/>
            <pc:sldMk cId="2221563925" sldId="759"/>
            <ac:spMk id="6" creationId="{373201A3-1903-B918-BFB3-304DE818DDEF}"/>
          </ac:spMkLst>
        </pc:spChg>
      </pc:sldChg>
      <pc:sldChg chg="modSp add mod">
        <pc:chgData name="Beckerle, Mike" userId="41155a9a-513c-4288-9ceb-5c90f574ab21" providerId="ADAL" clId="{93EA92E5-423E-4026-A29C-DC3240D7B59D}" dt="2025-11-20T01:16:15.428" v="214" actId="14100"/>
        <pc:sldMkLst>
          <pc:docMk/>
          <pc:sldMk cId="2719251513" sldId="760"/>
        </pc:sldMkLst>
        <pc:spChg chg="mod">
          <ac:chgData name="Beckerle, Mike" userId="41155a9a-513c-4288-9ceb-5c90f574ab21" providerId="ADAL" clId="{93EA92E5-423E-4026-A29C-DC3240D7B59D}" dt="2025-11-20T01:16:15.428" v="214" actId="14100"/>
          <ac:spMkLst>
            <pc:docMk/>
            <pc:sldMk cId="2719251513" sldId="760"/>
            <ac:spMk id="3" creationId="{08C1878E-44C6-C448-92BE-42C600CCD892}"/>
          </ac:spMkLst>
        </pc:spChg>
        <pc:spChg chg="mod">
          <ac:chgData name="Beckerle, Mike" userId="41155a9a-513c-4288-9ceb-5c90f574ab21" providerId="ADAL" clId="{93EA92E5-423E-4026-A29C-DC3240D7B59D}" dt="2025-11-20T00:57:50.732" v="25" actId="27636"/>
          <ac:spMkLst>
            <pc:docMk/>
            <pc:sldMk cId="2719251513" sldId="760"/>
            <ac:spMk id="6" creationId="{373201A3-1903-B918-BFB3-304DE818DDEF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835493363" sldId="761"/>
        </pc:sldMkLst>
      </pc:sldChg>
      <pc:sldChg chg="add del">
        <pc:chgData name="Beckerle, Mike" userId="41155a9a-513c-4288-9ceb-5c90f574ab21" providerId="ADAL" clId="{93EA92E5-423E-4026-A29C-DC3240D7B59D}" dt="2025-11-20T01:22:10.567" v="293" actId="2696"/>
        <pc:sldMkLst>
          <pc:docMk/>
          <pc:sldMk cId="785419145" sldId="763"/>
        </pc:sldMkLst>
      </pc:sldChg>
      <pc:sldChg chg="delSp modSp add mod">
        <pc:chgData name="Beckerle, Mike" userId="41155a9a-513c-4288-9ceb-5c90f574ab21" providerId="ADAL" clId="{93EA92E5-423E-4026-A29C-DC3240D7B59D}" dt="2025-11-20T01:21:21.704" v="290" actId="478"/>
        <pc:sldMkLst>
          <pc:docMk/>
          <pc:sldMk cId="3978447508" sldId="764"/>
        </pc:sldMkLst>
        <pc:spChg chg="del">
          <ac:chgData name="Beckerle, Mike" userId="41155a9a-513c-4288-9ceb-5c90f574ab21" providerId="ADAL" clId="{93EA92E5-423E-4026-A29C-DC3240D7B59D}" dt="2025-11-20T01:21:21.704" v="290" actId="478"/>
          <ac:spMkLst>
            <pc:docMk/>
            <pc:sldMk cId="3978447508" sldId="764"/>
            <ac:spMk id="4" creationId="{74811C8A-0CB8-F074-22BA-D2AC57789BA2}"/>
          </ac:spMkLst>
        </pc:spChg>
        <pc:spChg chg="mod">
          <ac:chgData name="Beckerle, Mike" userId="41155a9a-513c-4288-9ceb-5c90f574ab21" providerId="ADAL" clId="{93EA92E5-423E-4026-A29C-DC3240D7B59D}" dt="2025-11-20T01:21:18.297" v="289" actId="27636"/>
          <ac:spMkLst>
            <pc:docMk/>
            <pc:sldMk cId="3978447508" sldId="764"/>
            <ac:spMk id="6" creationId="{ED8A54FB-8DCA-5B8A-4B15-B34903118666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344090560" sldId="766"/>
        </pc:sldMkLst>
      </pc:sldChg>
      <pc:sldChg chg="add del">
        <pc:chgData name="Beckerle, Mike" userId="41155a9a-513c-4288-9ceb-5c90f574ab21" providerId="ADAL" clId="{93EA92E5-423E-4026-A29C-DC3240D7B59D}" dt="2025-11-20T01:27:41.701" v="378" actId="47"/>
        <pc:sldMkLst>
          <pc:docMk/>
          <pc:sldMk cId="3160936995" sldId="769"/>
        </pc:sldMkLst>
      </pc:sldChg>
      <pc:sldChg chg="add del">
        <pc:chgData name="Beckerle, Mike" userId="41155a9a-513c-4288-9ceb-5c90f574ab21" providerId="ADAL" clId="{93EA92E5-423E-4026-A29C-DC3240D7B59D}" dt="2025-11-20T01:27:50.741" v="381" actId="47"/>
        <pc:sldMkLst>
          <pc:docMk/>
          <pc:sldMk cId="240072427" sldId="770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1284345447" sldId="772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318476065" sldId="773"/>
        </pc:sldMkLst>
      </pc:sldChg>
      <pc:sldChg chg="add del">
        <pc:chgData name="Beckerle, Mike" userId="41155a9a-513c-4288-9ceb-5c90f574ab21" providerId="ADAL" clId="{93EA92E5-423E-4026-A29C-DC3240D7B59D}" dt="2025-11-20T01:28:00.828" v="383" actId="47"/>
        <pc:sldMkLst>
          <pc:docMk/>
          <pc:sldMk cId="702786484" sldId="775"/>
        </pc:sldMkLst>
      </pc:sldChg>
      <pc:sldChg chg="add del">
        <pc:chgData name="Beckerle, Mike" userId="41155a9a-513c-4288-9ceb-5c90f574ab21" providerId="ADAL" clId="{93EA92E5-423E-4026-A29C-DC3240D7B59D}" dt="2025-11-20T01:26:59.566" v="375" actId="47"/>
        <pc:sldMkLst>
          <pc:docMk/>
          <pc:sldMk cId="1242242925" sldId="776"/>
        </pc:sldMkLst>
      </pc:sldChg>
      <pc:sldChg chg="add del">
        <pc:chgData name="Beckerle, Mike" userId="41155a9a-513c-4288-9ceb-5c90f574ab21" providerId="ADAL" clId="{93EA92E5-423E-4026-A29C-DC3240D7B59D}" dt="2025-11-20T01:07:34.113" v="158" actId="2696"/>
        <pc:sldMkLst>
          <pc:docMk/>
          <pc:sldMk cId="3370850346" sldId="777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126786816" sldId="778"/>
        </pc:sldMkLst>
      </pc:sldChg>
      <pc:sldChg chg="modSp add mod">
        <pc:chgData name="Beckerle, Mike" userId="41155a9a-513c-4288-9ceb-5c90f574ab21" providerId="ADAL" clId="{93EA92E5-423E-4026-A29C-DC3240D7B59D}" dt="2025-11-20T00:57:50.986" v="43" actId="27636"/>
        <pc:sldMkLst>
          <pc:docMk/>
          <pc:sldMk cId="1176534972" sldId="780"/>
        </pc:sldMkLst>
        <pc:spChg chg="mod">
          <ac:chgData name="Beckerle, Mike" userId="41155a9a-513c-4288-9ceb-5c90f574ab21" providerId="ADAL" clId="{93EA92E5-423E-4026-A29C-DC3240D7B59D}" dt="2025-11-20T00:57:50.986" v="43" actId="27636"/>
          <ac:spMkLst>
            <pc:docMk/>
            <pc:sldMk cId="1176534972" sldId="780"/>
            <ac:spMk id="6" creationId="{8769F659-47B0-EB64-63C4-564F504EC221}"/>
          </ac:spMkLst>
        </pc:spChg>
      </pc:sldChg>
      <pc:sldChg chg="modSp add mod">
        <pc:chgData name="Beckerle, Mike" userId="41155a9a-513c-4288-9ceb-5c90f574ab21" providerId="ADAL" clId="{93EA92E5-423E-4026-A29C-DC3240D7B59D}" dt="2025-11-20T01:31:25.147" v="407" actId="20577"/>
        <pc:sldMkLst>
          <pc:docMk/>
          <pc:sldMk cId="122918550" sldId="781"/>
        </pc:sldMkLst>
        <pc:spChg chg="mod">
          <ac:chgData name="Beckerle, Mike" userId="41155a9a-513c-4288-9ceb-5c90f574ab21" providerId="ADAL" clId="{93EA92E5-423E-4026-A29C-DC3240D7B59D}" dt="2025-11-20T01:31:25.147" v="407" actId="20577"/>
          <ac:spMkLst>
            <pc:docMk/>
            <pc:sldMk cId="122918550" sldId="781"/>
            <ac:spMk id="6" creationId="{8769F659-47B0-EB64-63C4-564F504EC221}"/>
          </ac:spMkLst>
        </pc:spChg>
      </pc:sldChg>
      <pc:sldChg chg="add del">
        <pc:chgData name="Beckerle, Mike" userId="41155a9a-513c-4288-9ceb-5c90f574ab21" providerId="ADAL" clId="{93EA92E5-423E-4026-A29C-DC3240D7B59D}" dt="2025-11-20T01:25:51.160" v="334" actId="47"/>
        <pc:sldMkLst>
          <pc:docMk/>
          <pc:sldMk cId="3383988131" sldId="782"/>
        </pc:sldMkLst>
      </pc:sldChg>
      <pc:sldChg chg="add del">
        <pc:chgData name="Beckerle, Mike" userId="41155a9a-513c-4288-9ceb-5c90f574ab21" providerId="ADAL" clId="{93EA92E5-423E-4026-A29C-DC3240D7B59D}" dt="2025-11-20T01:25:51.160" v="334" actId="47"/>
        <pc:sldMkLst>
          <pc:docMk/>
          <pc:sldMk cId="2571084022" sldId="783"/>
        </pc:sldMkLst>
      </pc:sldChg>
      <pc:sldChg chg="modSp add del mod">
        <pc:chgData name="Beckerle, Mike" userId="41155a9a-513c-4288-9ceb-5c90f574ab21" providerId="ADAL" clId="{93EA92E5-423E-4026-A29C-DC3240D7B59D}" dt="2025-11-20T01:25:51.160" v="334" actId="47"/>
        <pc:sldMkLst>
          <pc:docMk/>
          <pc:sldMk cId="1156785702" sldId="784"/>
        </pc:sldMkLst>
        <pc:spChg chg="mod">
          <ac:chgData name="Beckerle, Mike" userId="41155a9a-513c-4288-9ceb-5c90f574ab21" providerId="ADAL" clId="{93EA92E5-423E-4026-A29C-DC3240D7B59D}" dt="2025-11-20T00:57:51.074" v="49" actId="27636"/>
          <ac:spMkLst>
            <pc:docMk/>
            <pc:sldMk cId="1156785702" sldId="784"/>
            <ac:spMk id="6" creationId="{00DC5116-481E-2765-6143-6583E6EB10B8}"/>
          </ac:spMkLst>
        </pc:spChg>
        <pc:spChg chg="mod">
          <ac:chgData name="Beckerle, Mike" userId="41155a9a-513c-4288-9ceb-5c90f574ab21" providerId="ADAL" clId="{93EA92E5-423E-4026-A29C-DC3240D7B59D}" dt="2025-11-20T00:57:51.074" v="50" actId="27636"/>
          <ac:spMkLst>
            <pc:docMk/>
            <pc:sldMk cId="1156785702" sldId="784"/>
            <ac:spMk id="7" creationId="{66AE65D0-253B-1E4C-9FDA-06C6C874325F}"/>
          </ac:spMkLst>
        </pc:spChg>
      </pc:sldChg>
      <pc:sldChg chg="modSp add mod ord">
        <pc:chgData name="Beckerle, Mike" userId="41155a9a-513c-4288-9ceb-5c90f574ab21" providerId="ADAL" clId="{93EA92E5-423E-4026-A29C-DC3240D7B59D}" dt="2025-11-20T01:26:54.812" v="374"/>
        <pc:sldMkLst>
          <pc:docMk/>
          <pc:sldMk cId="3053925350" sldId="785"/>
        </pc:sldMkLst>
        <pc:spChg chg="mod">
          <ac:chgData name="Beckerle, Mike" userId="41155a9a-513c-4288-9ceb-5c90f574ab21" providerId="ADAL" clId="{93EA92E5-423E-4026-A29C-DC3240D7B59D}" dt="2025-11-20T01:26:18.693" v="371" actId="20577"/>
          <ac:spMkLst>
            <pc:docMk/>
            <pc:sldMk cId="3053925350" sldId="785"/>
            <ac:spMk id="3" creationId="{1CCBC89B-3716-0AF2-0BD1-FE15D0EF706C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26:30.605" v="372" actId="2696"/>
        <pc:sldMkLst>
          <pc:docMk/>
          <pc:sldMk cId="3597642307" sldId="786"/>
        </pc:sldMkLst>
        <pc:spChg chg="mod">
          <ac:chgData name="Beckerle, Mike" userId="41155a9a-513c-4288-9ceb-5c90f574ab21" providerId="ADAL" clId="{93EA92E5-423E-4026-A29C-DC3240D7B59D}" dt="2025-11-20T00:57:51.099" v="51" actId="27636"/>
          <ac:spMkLst>
            <pc:docMk/>
            <pc:sldMk cId="3597642307" sldId="786"/>
            <ac:spMk id="6" creationId="{943CBDEE-93ED-D20C-BF7A-02CDA508CD83}"/>
          </ac:spMkLst>
        </pc:spChg>
      </pc:sldChg>
      <pc:sldChg chg="add del">
        <pc:chgData name="Beckerle, Mike" userId="41155a9a-513c-4288-9ceb-5c90f574ab21" providerId="ADAL" clId="{93EA92E5-423E-4026-A29C-DC3240D7B59D}" dt="2025-11-20T01:08:52.538" v="161" actId="2696"/>
        <pc:sldMkLst>
          <pc:docMk/>
          <pc:sldMk cId="2032767446" sldId="787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2313476579" sldId="788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058841257" sldId="789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634082916" sldId="790"/>
        </pc:sldMkLst>
      </pc:sldChg>
      <pc:sldChg chg="modSp add mod">
        <pc:chgData name="Beckerle, Mike" userId="41155a9a-513c-4288-9ceb-5c90f574ab21" providerId="ADAL" clId="{93EA92E5-423E-4026-A29C-DC3240D7B59D}" dt="2025-11-20T00:57:50.762" v="27" actId="27636"/>
        <pc:sldMkLst>
          <pc:docMk/>
          <pc:sldMk cId="3142938612" sldId="793"/>
        </pc:sldMkLst>
        <pc:spChg chg="mod">
          <ac:chgData name="Beckerle, Mike" userId="41155a9a-513c-4288-9ceb-5c90f574ab21" providerId="ADAL" clId="{93EA92E5-423E-4026-A29C-DC3240D7B59D}" dt="2025-11-20T00:57:50.762" v="27" actId="27636"/>
          <ac:spMkLst>
            <pc:docMk/>
            <pc:sldMk cId="3142938612" sldId="793"/>
            <ac:spMk id="2" creationId="{DFE7D818-AD8C-4D00-950A-7E777DC506FA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531591669" sldId="794"/>
        </pc:sldMkLst>
      </pc:sldChg>
      <pc:sldChg chg="modSp add mod">
        <pc:chgData name="Beckerle, Mike" userId="41155a9a-513c-4288-9ceb-5c90f574ab21" providerId="ADAL" clId="{93EA92E5-423E-4026-A29C-DC3240D7B59D}" dt="2025-11-20T00:57:51.006" v="45" actId="27636"/>
        <pc:sldMkLst>
          <pc:docMk/>
          <pc:sldMk cId="3910008171" sldId="795"/>
        </pc:sldMkLst>
        <pc:spChg chg="mod">
          <ac:chgData name="Beckerle, Mike" userId="41155a9a-513c-4288-9ceb-5c90f574ab21" providerId="ADAL" clId="{93EA92E5-423E-4026-A29C-DC3240D7B59D}" dt="2025-11-20T00:57:51.006" v="45" actId="27636"/>
          <ac:spMkLst>
            <pc:docMk/>
            <pc:sldMk cId="3910008171" sldId="795"/>
            <ac:spMk id="3" creationId="{E7652384-9E74-62CE-CC08-A937C7149063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93537811" sldId="796"/>
        </pc:sldMkLst>
      </pc:sldChg>
      <pc:sldChg chg="modSp add mod">
        <pc:chgData name="Beckerle, Mike" userId="41155a9a-513c-4288-9ceb-5c90f574ab21" providerId="ADAL" clId="{93EA92E5-423E-4026-A29C-DC3240D7B59D}" dt="2025-11-20T00:57:50.827" v="33" actId="27636"/>
        <pc:sldMkLst>
          <pc:docMk/>
          <pc:sldMk cId="709824032" sldId="797"/>
        </pc:sldMkLst>
        <pc:spChg chg="mod">
          <ac:chgData name="Beckerle, Mike" userId="41155a9a-513c-4288-9ceb-5c90f574ab21" providerId="ADAL" clId="{93EA92E5-423E-4026-A29C-DC3240D7B59D}" dt="2025-11-20T00:57:50.827" v="33" actId="27636"/>
          <ac:spMkLst>
            <pc:docMk/>
            <pc:sldMk cId="709824032" sldId="797"/>
            <ac:spMk id="6" creationId="{BA90E990-D0E6-B560-6A01-6C0298C3CFB5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981268186" sldId="800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345602280" sldId="801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303675401" sldId="802"/>
        </pc:sldMkLst>
      </pc:sldChg>
      <pc:sldChg chg="modSp add mod">
        <pc:chgData name="Beckerle, Mike" userId="41155a9a-513c-4288-9ceb-5c90f574ab21" providerId="ADAL" clId="{93EA92E5-423E-4026-A29C-DC3240D7B59D}" dt="2025-11-20T00:57:50.908" v="38" actId="27636"/>
        <pc:sldMkLst>
          <pc:docMk/>
          <pc:sldMk cId="2789423750" sldId="803"/>
        </pc:sldMkLst>
        <pc:spChg chg="mod">
          <ac:chgData name="Beckerle, Mike" userId="41155a9a-513c-4288-9ceb-5c90f574ab21" providerId="ADAL" clId="{93EA92E5-423E-4026-A29C-DC3240D7B59D}" dt="2025-11-20T00:57:50.908" v="38" actId="27636"/>
          <ac:spMkLst>
            <pc:docMk/>
            <pc:sldMk cId="2789423750" sldId="803"/>
            <ac:spMk id="6" creationId="{6ABEDCED-3249-F713-5A3C-31CE3BBF6971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28:24.704" v="384" actId="47"/>
        <pc:sldMkLst>
          <pc:docMk/>
          <pc:sldMk cId="347961279" sldId="804"/>
        </pc:sldMkLst>
        <pc:spChg chg="mod">
          <ac:chgData name="Beckerle, Mike" userId="41155a9a-513c-4288-9ceb-5c90f574ab21" providerId="ADAL" clId="{93EA92E5-423E-4026-A29C-DC3240D7B59D}" dt="2025-11-20T00:57:51.183" v="57" actId="27636"/>
          <ac:spMkLst>
            <pc:docMk/>
            <pc:sldMk cId="347961279" sldId="804"/>
            <ac:spMk id="3" creationId="{00000000-0000-0000-0000-000000000000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617" v="18" actId="27636"/>
        <pc:sldMkLst>
          <pc:docMk/>
          <pc:sldMk cId="4176921570" sldId="805"/>
        </pc:sldMkLst>
        <pc:spChg chg="mod">
          <ac:chgData name="Beckerle, Mike" userId="41155a9a-513c-4288-9ceb-5c90f574ab21" providerId="ADAL" clId="{93EA92E5-423E-4026-A29C-DC3240D7B59D}" dt="2025-11-20T00:57:50.617" v="18" actId="27636"/>
          <ac:spMkLst>
            <pc:docMk/>
            <pc:sldMk cId="4176921570" sldId="805"/>
            <ac:spMk id="5" creationId="{EA3E5725-B859-B97F-C833-AAA8F62DCBBA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630" v="20" actId="27636"/>
        <pc:sldMkLst>
          <pc:docMk/>
          <pc:sldMk cId="2876922992" sldId="806"/>
        </pc:sldMkLst>
        <pc:spChg chg="mod">
          <ac:chgData name="Beckerle, Mike" userId="41155a9a-513c-4288-9ceb-5c90f574ab21" providerId="ADAL" clId="{93EA92E5-423E-4026-A29C-DC3240D7B59D}" dt="2025-11-20T00:57:50.630" v="20" actId="27636"/>
          <ac:spMkLst>
            <pc:docMk/>
            <pc:sldMk cId="2876922992" sldId="806"/>
            <ac:spMk id="5" creationId="{778E6128-04F5-2F1D-7BF8-AF3EA0D46EB4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148763466" sldId="807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507638250" sldId="808"/>
        </pc:sldMkLst>
      </pc:sldChg>
      <pc:sldChg chg="modSp add mod">
        <pc:chgData name="Beckerle, Mike" userId="41155a9a-513c-4288-9ceb-5c90f574ab21" providerId="ADAL" clId="{93EA92E5-423E-4026-A29C-DC3240D7B59D}" dt="2025-11-20T00:57:50.856" v="35" actId="27636"/>
        <pc:sldMkLst>
          <pc:docMk/>
          <pc:sldMk cId="3404569511" sldId="809"/>
        </pc:sldMkLst>
        <pc:spChg chg="mod">
          <ac:chgData name="Beckerle, Mike" userId="41155a9a-513c-4288-9ceb-5c90f574ab21" providerId="ADAL" clId="{93EA92E5-423E-4026-A29C-DC3240D7B59D}" dt="2025-11-20T00:57:50.856" v="35" actId="27636"/>
          <ac:spMkLst>
            <pc:docMk/>
            <pc:sldMk cId="3404569511" sldId="809"/>
            <ac:spMk id="6" creationId="{6F0BE151-0621-A26C-B8C0-1D70D89BC6BB}"/>
          </ac:spMkLst>
        </pc:spChg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1316628761" sldId="810"/>
        </pc:sldMkLst>
      </pc:sldChg>
      <pc:sldChg chg="modSp add del mod">
        <pc:chgData name="Beckerle, Mike" userId="41155a9a-513c-4288-9ceb-5c90f574ab21" providerId="ADAL" clId="{93EA92E5-423E-4026-A29C-DC3240D7B59D}" dt="2025-11-20T01:22:16.858" v="294" actId="2696"/>
        <pc:sldMkLst>
          <pc:docMk/>
          <pc:sldMk cId="3021745818" sldId="811"/>
        </pc:sldMkLst>
        <pc:spChg chg="mod">
          <ac:chgData name="Beckerle, Mike" userId="41155a9a-513c-4288-9ceb-5c90f574ab21" providerId="ADAL" clId="{93EA92E5-423E-4026-A29C-DC3240D7B59D}" dt="2025-11-20T00:57:50.877" v="36" actId="27636"/>
          <ac:spMkLst>
            <pc:docMk/>
            <pc:sldMk cId="3021745818" sldId="811"/>
            <ac:spMk id="6" creationId="{39522FB8-C143-596A-12E7-ADE2FA2E229C}"/>
          </ac:spMkLst>
        </pc:spChg>
      </pc:sldChg>
      <pc:sldChg chg="add del">
        <pc:chgData name="Beckerle, Mike" userId="41155a9a-513c-4288-9ceb-5c90f574ab21" providerId="ADAL" clId="{93EA92E5-423E-4026-A29C-DC3240D7B59D}" dt="2025-11-20T01:22:24.753" v="295" actId="2696"/>
        <pc:sldMkLst>
          <pc:docMk/>
          <pc:sldMk cId="3027206931" sldId="812"/>
        </pc:sldMkLst>
      </pc:sldChg>
      <pc:sldChg chg="modSp add del mod">
        <pc:chgData name="Beckerle, Mike" userId="41155a9a-513c-4288-9ceb-5c90f574ab21" providerId="ADAL" clId="{93EA92E5-423E-4026-A29C-DC3240D7B59D}" dt="2025-11-20T01:22:34.779" v="296" actId="2696"/>
        <pc:sldMkLst>
          <pc:docMk/>
          <pc:sldMk cId="4076642466" sldId="813"/>
        </pc:sldMkLst>
        <pc:spChg chg="mod">
          <ac:chgData name="Beckerle, Mike" userId="41155a9a-513c-4288-9ceb-5c90f574ab21" providerId="ADAL" clId="{93EA92E5-423E-4026-A29C-DC3240D7B59D}" dt="2025-11-20T00:57:50.891" v="37" actId="27636"/>
          <ac:spMkLst>
            <pc:docMk/>
            <pc:sldMk cId="4076642466" sldId="813"/>
            <ac:spMk id="5" creationId="{E5395A6A-E267-6385-5AF7-13D7CEEE89E4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955" v="41" actId="27636"/>
        <pc:sldMkLst>
          <pc:docMk/>
          <pc:sldMk cId="3997557483" sldId="814"/>
        </pc:sldMkLst>
        <pc:spChg chg="mod">
          <ac:chgData name="Beckerle, Mike" userId="41155a9a-513c-4288-9ceb-5c90f574ab21" providerId="ADAL" clId="{93EA92E5-423E-4026-A29C-DC3240D7B59D}" dt="2025-11-20T00:57:50.955" v="41" actId="27636"/>
          <ac:spMkLst>
            <pc:docMk/>
            <pc:sldMk cId="3997557483" sldId="814"/>
            <ac:spMk id="6" creationId="{6ABEDCED-3249-F713-5A3C-31CE3BBF6971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919" v="39" actId="27636"/>
        <pc:sldMkLst>
          <pc:docMk/>
          <pc:sldMk cId="647058600" sldId="815"/>
        </pc:sldMkLst>
        <pc:spChg chg="mod">
          <ac:chgData name="Beckerle, Mike" userId="41155a9a-513c-4288-9ceb-5c90f574ab21" providerId="ADAL" clId="{93EA92E5-423E-4026-A29C-DC3240D7B59D}" dt="2025-11-20T00:57:50.919" v="39" actId="27636"/>
          <ac:spMkLst>
            <pc:docMk/>
            <pc:sldMk cId="647058600" sldId="815"/>
            <ac:spMk id="6" creationId="{45101B58-8BCE-09DE-94E5-6202BDF83258}"/>
          </ac:spMkLst>
        </pc:spChg>
      </pc:sldChg>
      <pc:sldChg chg="modSp add mod">
        <pc:chgData name="Beckerle, Mike" userId="41155a9a-513c-4288-9ceb-5c90f574ab21" providerId="ADAL" clId="{93EA92E5-423E-4026-A29C-DC3240D7B59D}" dt="2025-11-20T00:57:50.931" v="40" actId="27636"/>
        <pc:sldMkLst>
          <pc:docMk/>
          <pc:sldMk cId="424878164" sldId="816"/>
        </pc:sldMkLst>
        <pc:spChg chg="mod">
          <ac:chgData name="Beckerle, Mike" userId="41155a9a-513c-4288-9ceb-5c90f574ab21" providerId="ADAL" clId="{93EA92E5-423E-4026-A29C-DC3240D7B59D}" dt="2025-11-20T00:57:50.931" v="40" actId="27636"/>
          <ac:spMkLst>
            <pc:docMk/>
            <pc:sldMk cId="424878164" sldId="816"/>
            <ac:spMk id="6" creationId="{45101B58-8BCE-09DE-94E5-6202BDF83258}"/>
          </ac:spMkLst>
        </pc:spChg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1514167986" sldId="817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953450938" sldId="819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494747331" sldId="820"/>
        </pc:sldMkLst>
      </pc:sldChg>
      <pc:sldChg chg="modSp add del mod">
        <pc:chgData name="Beckerle, Mike" userId="41155a9a-513c-4288-9ceb-5c90f574ab21" providerId="ADAL" clId="{93EA92E5-423E-4026-A29C-DC3240D7B59D}" dt="2025-11-20T01:25:22.928" v="333" actId="47"/>
        <pc:sldMkLst>
          <pc:docMk/>
          <pc:sldMk cId="3417247187" sldId="823"/>
        </pc:sldMkLst>
        <pc:spChg chg="mod">
          <ac:chgData name="Beckerle, Mike" userId="41155a9a-513c-4288-9ceb-5c90f574ab21" providerId="ADAL" clId="{93EA92E5-423E-4026-A29C-DC3240D7B59D}" dt="2025-11-20T00:57:51.014" v="46" actId="27636"/>
          <ac:spMkLst>
            <pc:docMk/>
            <pc:sldMk cId="3417247187" sldId="823"/>
            <ac:spMk id="2" creationId="{297C7CBE-9E7E-EA75-9A72-8A2AA22404AD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25:22.928" v="333" actId="47"/>
        <pc:sldMkLst>
          <pc:docMk/>
          <pc:sldMk cId="678856602" sldId="824"/>
        </pc:sldMkLst>
        <pc:spChg chg="mod">
          <ac:chgData name="Beckerle, Mike" userId="41155a9a-513c-4288-9ceb-5c90f574ab21" providerId="ADAL" clId="{93EA92E5-423E-4026-A29C-DC3240D7B59D}" dt="2025-11-20T00:57:51.019" v="47" actId="27636"/>
          <ac:spMkLst>
            <pc:docMk/>
            <pc:sldMk cId="678856602" sldId="824"/>
            <ac:spMk id="2" creationId="{6F8648D1-58DE-83A8-C267-BD77696F78F3}"/>
          </ac:spMkLst>
        </pc:spChg>
      </pc:sldChg>
      <pc:sldChg chg="add del">
        <pc:chgData name="Beckerle, Mike" userId="41155a9a-513c-4288-9ceb-5c90f574ab21" providerId="ADAL" clId="{93EA92E5-423E-4026-A29C-DC3240D7B59D}" dt="2025-11-20T01:25:22.928" v="333" actId="47"/>
        <pc:sldMkLst>
          <pc:docMk/>
          <pc:sldMk cId="2565359828" sldId="825"/>
        </pc:sldMkLst>
      </pc:sldChg>
      <pc:sldChg chg="add del">
        <pc:chgData name="Beckerle, Mike" userId="41155a9a-513c-4288-9ceb-5c90f574ab21" providerId="ADAL" clId="{93EA92E5-423E-4026-A29C-DC3240D7B59D}" dt="2025-11-20T01:25:22.928" v="333" actId="47"/>
        <pc:sldMkLst>
          <pc:docMk/>
          <pc:sldMk cId="53936680" sldId="826"/>
        </pc:sldMkLst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3573492169" sldId="827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3745996886" sldId="828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1947122302" sldId="829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3562185190" sldId="830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21496007" sldId="831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3192896313" sldId="832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1623818136" sldId="833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1877614293" sldId="834"/>
        </pc:sldMkLst>
      </pc:sldChg>
      <pc:sldChg chg="del">
        <pc:chgData name="Beckerle, Mike" userId="41155a9a-513c-4288-9ceb-5c90f574ab21" providerId="ADAL" clId="{93EA92E5-423E-4026-A29C-DC3240D7B59D}" dt="2025-11-20T00:59:53.188" v="137" actId="47"/>
        <pc:sldMkLst>
          <pc:docMk/>
          <pc:sldMk cId="1180673243" sldId="835"/>
        </pc:sldMkLst>
      </pc:sldChg>
      <pc:sldChg chg="modSp add del mod">
        <pc:chgData name="Beckerle, Mike" userId="41155a9a-513c-4288-9ceb-5c90f574ab21" providerId="ADAL" clId="{93EA92E5-423E-4026-A29C-DC3240D7B59D}" dt="2025-11-20T01:06:19.888" v="139" actId="2696"/>
        <pc:sldMkLst>
          <pc:docMk/>
          <pc:sldMk cId="3085422218" sldId="836"/>
        </pc:sldMkLst>
        <pc:spChg chg="mod">
          <ac:chgData name="Beckerle, Mike" userId="41155a9a-513c-4288-9ceb-5c90f574ab21" providerId="ADAL" clId="{93EA92E5-423E-4026-A29C-DC3240D7B59D}" dt="2025-11-20T00:57:50.436" v="3" actId="27636"/>
          <ac:spMkLst>
            <pc:docMk/>
            <pc:sldMk cId="3085422218" sldId="836"/>
            <ac:spMk id="6" creationId="{C23DD280-FDD8-B197-ABD8-02255C142586}"/>
          </ac:spMkLst>
        </pc:spChg>
      </pc:sldChg>
      <pc:sldChg chg="modSp add del mod">
        <pc:chgData name="Beckerle, Mike" userId="41155a9a-513c-4288-9ceb-5c90f574ab21" providerId="ADAL" clId="{93EA92E5-423E-4026-A29C-DC3240D7B59D}" dt="2025-11-20T01:08:36.126" v="160" actId="2696"/>
        <pc:sldMkLst>
          <pc:docMk/>
          <pc:sldMk cId="3378600436" sldId="837"/>
        </pc:sldMkLst>
        <pc:spChg chg="mod">
          <ac:chgData name="Beckerle, Mike" userId="41155a9a-513c-4288-9ceb-5c90f574ab21" providerId="ADAL" clId="{93EA92E5-423E-4026-A29C-DC3240D7B59D}" dt="2025-11-20T00:57:50.476" v="4" actId="27636"/>
          <ac:spMkLst>
            <pc:docMk/>
            <pc:sldMk cId="3378600436" sldId="837"/>
            <ac:spMk id="2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0T00:57:50.480" v="5" actId="27636"/>
          <ac:spMkLst>
            <pc:docMk/>
            <pc:sldMk cId="3378600436" sldId="837"/>
            <ac:spMk id="3" creationId="{00000000-0000-0000-0000-000000000000}"/>
          </ac:spMkLst>
        </pc:spChg>
      </pc:sldChg>
      <pc:sldChg chg="add del">
        <pc:chgData name="Beckerle, Mike" userId="41155a9a-513c-4288-9ceb-5c90f574ab21" providerId="ADAL" clId="{93EA92E5-423E-4026-A29C-DC3240D7B59D}" dt="2025-11-20T01:08:23.926" v="159" actId="47"/>
        <pc:sldMkLst>
          <pc:docMk/>
          <pc:sldMk cId="1588288760" sldId="838"/>
        </pc:sldMkLst>
      </pc:sldChg>
      <pc:sldChg chg="add">
        <pc:chgData name="Beckerle, Mike" userId="41155a9a-513c-4288-9ceb-5c90f574ab21" providerId="ADAL" clId="{93EA92E5-423E-4026-A29C-DC3240D7B59D}" dt="2025-11-20T00:57:15.117" v="0"/>
        <pc:sldMkLst>
          <pc:docMk/>
          <pc:sldMk cId="2839225808" sldId="839"/>
        </pc:sldMkLst>
      </pc:sldChg>
      <pc:sldChg chg="modSp add mod">
        <pc:chgData name="Beckerle, Mike" userId="41155a9a-513c-4288-9ceb-5c90f574ab21" providerId="ADAL" clId="{93EA92E5-423E-4026-A29C-DC3240D7B59D}" dt="2025-11-20T01:18:06.401" v="233" actId="1076"/>
        <pc:sldMkLst>
          <pc:docMk/>
          <pc:sldMk cId="1842729767" sldId="840"/>
        </pc:sldMkLst>
        <pc:spChg chg="mod">
          <ac:chgData name="Beckerle, Mike" userId="41155a9a-513c-4288-9ceb-5c90f574ab21" providerId="ADAL" clId="{93EA92E5-423E-4026-A29C-DC3240D7B59D}" dt="2025-11-20T01:18:06.401" v="233" actId="1076"/>
          <ac:spMkLst>
            <pc:docMk/>
            <pc:sldMk cId="1842729767" sldId="840"/>
            <ac:spMk id="12" creationId="{82C26EFF-289A-AADB-954F-75629D8B62AA}"/>
          </ac:spMkLst>
        </pc:spChg>
      </pc:sldChg>
      <pc:sldChg chg="add del">
        <pc:chgData name="Beckerle, Mike" userId="41155a9a-513c-4288-9ceb-5c90f574ab21" providerId="ADAL" clId="{93EA92E5-423E-4026-A29C-DC3240D7B59D}" dt="2025-11-20T01:20:39.964" v="269" actId="47"/>
        <pc:sldMkLst>
          <pc:docMk/>
          <pc:sldMk cId="587377763" sldId="841"/>
        </pc:sldMkLst>
      </pc:sldChg>
      <pc:sldChg chg="add del">
        <pc:chgData name="Beckerle, Mike" userId="41155a9a-513c-4288-9ceb-5c90f574ab21" providerId="ADAL" clId="{93EA92E5-423E-4026-A29C-DC3240D7B59D}" dt="2025-11-20T01:20:39.964" v="269" actId="47"/>
        <pc:sldMkLst>
          <pc:docMk/>
          <pc:sldMk cId="91125065" sldId="842"/>
        </pc:sldMkLst>
      </pc:sldChg>
      <pc:sldChg chg="add del">
        <pc:chgData name="Beckerle, Mike" userId="41155a9a-513c-4288-9ceb-5c90f574ab21" providerId="ADAL" clId="{93EA92E5-423E-4026-A29C-DC3240D7B59D}" dt="2025-11-20T01:25:22.928" v="333" actId="47"/>
        <pc:sldMkLst>
          <pc:docMk/>
          <pc:sldMk cId="740220365" sldId="843"/>
        </pc:sldMkLst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1460688462" sldId="844"/>
        </pc:sldMkLst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3921423319" sldId="845"/>
        </pc:sldMkLst>
      </pc:sldChg>
      <pc:sldChg chg="add del">
        <pc:chgData name="Beckerle, Mike" userId="41155a9a-513c-4288-9ceb-5c90f574ab21" providerId="ADAL" clId="{93EA92E5-423E-4026-A29C-DC3240D7B59D}" dt="2025-11-20T01:28:24.704" v="384" actId="47"/>
        <pc:sldMkLst>
          <pc:docMk/>
          <pc:sldMk cId="3021673982" sldId="846"/>
        </pc:sldMkLst>
      </pc:sldChg>
      <pc:sldChg chg="add">
        <pc:chgData name="Beckerle, Mike" userId="41155a9a-513c-4288-9ceb-5c90f574ab21" providerId="ADAL" clId="{93EA92E5-423E-4026-A29C-DC3240D7B59D}" dt="2025-11-20T01:06:13.069" v="138"/>
        <pc:sldMkLst>
          <pc:docMk/>
          <pc:sldMk cId="0" sldId="847"/>
        </pc:sldMkLst>
      </pc:sldChg>
      <pc:sldMasterChg chg="delSldLayout">
        <pc:chgData name="Beckerle, Mike" userId="41155a9a-513c-4288-9ceb-5c90f574ab21" providerId="ADAL" clId="{93EA92E5-423E-4026-A29C-DC3240D7B59D}" dt="2025-11-20T01:08:23.926" v="159" actId="47"/>
        <pc:sldMasterMkLst>
          <pc:docMk/>
          <pc:sldMasterMk cId="1196855914" sldId="2147483660"/>
        </pc:sldMasterMkLst>
        <pc:sldLayoutChg chg="del">
          <pc:chgData name="Beckerle, Mike" userId="41155a9a-513c-4288-9ceb-5c90f574ab21" providerId="ADAL" clId="{93EA92E5-423E-4026-A29C-DC3240D7B59D}" dt="2025-11-20T00:59:53.188" v="137" actId="47"/>
          <pc:sldLayoutMkLst>
            <pc:docMk/>
            <pc:sldMasterMk cId="1196855914" sldId="2147483660"/>
            <pc:sldLayoutMk cId="2499323582" sldId="2147483661"/>
          </pc:sldLayoutMkLst>
        </pc:sldLayoutChg>
        <pc:sldLayoutChg chg="del">
          <pc:chgData name="Beckerle, Mike" userId="41155a9a-513c-4288-9ceb-5c90f574ab21" providerId="ADAL" clId="{93EA92E5-423E-4026-A29C-DC3240D7B59D}" dt="2025-11-20T01:08:23.926" v="159" actId="47"/>
          <pc:sldLayoutMkLst>
            <pc:docMk/>
            <pc:sldMasterMk cId="1196855914" sldId="2147483660"/>
            <pc:sldLayoutMk cId="1362180090" sldId="2147483670"/>
          </pc:sldLayoutMkLst>
        </pc:sldLayoutChg>
        <pc:sldLayoutChg chg="del">
          <pc:chgData name="Beckerle, Mike" userId="41155a9a-513c-4288-9ceb-5c90f574ab21" providerId="ADAL" clId="{93EA92E5-423E-4026-A29C-DC3240D7B59D}" dt="2025-11-20T01:08:23.926" v="159" actId="47"/>
          <pc:sldLayoutMkLst>
            <pc:docMk/>
            <pc:sldMasterMk cId="1196855914" sldId="2147483660"/>
            <pc:sldLayoutMk cId="1665797064" sldId="214748367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11/19/2025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4E63C1-14FB-49A5-A5A4-786242AF7FA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45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C001FF-0B9E-4B6A-AF4A-1982947D219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8A7C01-7914-494F-9A30-0263886FB07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089" name="Rectangle 1">
            <a:extLst>
              <a:ext uri="{FF2B5EF4-FFF2-40B4-BE49-F238E27FC236}">
                <a16:creationId xmlns:a16="http://schemas.microsoft.com/office/drawing/2014/main" id="{173E91FC-A733-475E-9139-FC195F12BA2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3400" y="763588"/>
            <a:ext cx="67056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93244325-4C31-47E7-9154-798BF83349D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To be fair, there have been a number </a:t>
            </a:r>
            <a:r>
              <a:rPr lang="en-US" altLang="en-US"/>
              <a:t>of libraries that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5328B-E01F-BF4C-B1B0-BF337475A5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9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28-6AE1-1741-A482-9A7A21FD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AA52-493D-5F4E-BEEE-BD2097AE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F31B-19A2-0341-BD19-CA852E6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6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1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1"/>
            <a:ext cx="56896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6896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9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s://www.apache.org/licenses/LICENSE-2.0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9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69" r:id="rId3"/>
    <p:sldLayoutId id="2147483674" r:id="rId4"/>
    <p:sldLayoutId id="214748367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affodil.apache.org/presentations/2025-11-13-ASF-Overview-DFDL-v4.0.0.pdf" TargetMode="External"/><Relationship Id="rId7" Type="http://schemas.openxmlformats.org/officeDocument/2006/relationships/hyperlink" Target="http://daffodil.apache.org/tutorials/P-DFDL-Intro-to-XML-Schema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xml/schema_intro.asp" TargetMode="External"/><Relationship Id="rId5" Type="http://schemas.openxmlformats.org/officeDocument/2006/relationships/hyperlink" Target="http://daffodil.apache.org/tutorials/P-DFDL-Intro-to-XML.pdf" TargetMode="External"/><Relationship Id="rId4" Type="http://schemas.openxmlformats.org/officeDocument/2006/relationships/hyperlink" Target="https://www.w3schools.com/x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actical_data_link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gridforum.github.io/DFDL/current/gwdrp-dfdl-v1.0.9-GFD-R-P.240.htm#_Framing" TargetMode="External"/><Relationship Id="rId13" Type="http://schemas.openxmlformats.org/officeDocument/2006/relationships/hyperlink" Target="https://opengridforum.github.io/DFDL/current/gwdrp-dfdl-v1.0.9-GFD-R-P.240.htm#_Calculated_Value_Properties" TargetMode="External"/><Relationship Id="rId3" Type="http://schemas.openxmlformats.org/officeDocument/2006/relationships/hyperlink" Target="https://opengridforum.github.io/DFDL/current/gwdrp-dfdl-v1.0.9-GFD-R-P.240.htm#_Notational_and_Definitional" TargetMode="External"/><Relationship Id="rId7" Type="http://schemas.openxmlformats.org/officeDocument/2006/relationships/hyperlink" Target="https://opengridforum.github.io/DFDL/current/gwdrp-dfdl-v1.0.9-GFD-R-P.240.htm#_DFDL_Processing_Introduction" TargetMode="External"/><Relationship Id="rId12" Type="http://schemas.openxmlformats.org/officeDocument/2006/relationships/hyperlink" Target="https://opengridforum.github.io/DFDL/current/gwdrp-dfdl-v1.0.9-GFD-R-P.240.htm#_Properties_for_Arra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gridforum.github.io/DFDL/current/gwdrp-dfdl-v1.0.9-GFD-R-P.240.htm#_Property_Scoping_and" TargetMode="External"/><Relationship Id="rId11" Type="http://schemas.openxmlformats.org/officeDocument/2006/relationships/hyperlink" Target="https://opengridforum.github.io/DFDL/current/gwdrp-dfdl-v1.0.9-GFD-R-P.240.htm#_Choice_Groups" TargetMode="External"/><Relationship Id="rId5" Type="http://schemas.openxmlformats.org/officeDocument/2006/relationships/hyperlink" Target="https://opengridforum.github.io/DFDL/current/gwdrp-dfdl-v1.0.9-GFD-R-P.240.htm#_DFDL_Schema_Component" TargetMode="External"/><Relationship Id="rId15" Type="http://schemas.openxmlformats.org/officeDocument/2006/relationships/hyperlink" Target="https://opengridforum.github.io/DFDL/current/gwdrp-dfdl-v1.0.9-GFD-R-P.240.htm#_DFDL_Regular_Expressions" TargetMode="External"/><Relationship Id="rId10" Type="http://schemas.openxmlformats.org/officeDocument/2006/relationships/hyperlink" Target="https://opengridforum.github.io/DFDL/current/gwdrp-dfdl-v1.0.9-GFD-R-P.240.htm#_Sequence_Groups" TargetMode="External"/><Relationship Id="rId4" Type="http://schemas.openxmlformats.org/officeDocument/2006/relationships/hyperlink" Target="https://opengridforum.github.io/DFDL/current/gwdrp-dfdl-v1.0.9-GFD-R-P.240.htm#_The_DFDL_Information" TargetMode="External"/><Relationship Id="rId9" Type="http://schemas.openxmlformats.org/officeDocument/2006/relationships/hyperlink" Target="https://opengridforum.github.io/DFDL/current/gwdrp-dfdl-v1.0.9-GFD-R-P.240.htm#_Simple_Types" TargetMode="External"/><Relationship Id="rId14" Type="http://schemas.openxmlformats.org/officeDocument/2006/relationships/hyperlink" Target="https://opengridforum.github.io/DFDL/current/gwdrp-dfdl-v1.0.9-GFD-R-P.240.htm#_DFDL_Expression_Languag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affodil.apache.org/cli/&#8203;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.apache.org/daffodil-tdml.xsd" TargetMode="External"/><Relationship Id="rId2" Type="http://schemas.openxmlformats.org/officeDocument/2006/relationships/hyperlink" Target="https://daffodil.apache.org/tdml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42" y="1242258"/>
            <a:ext cx="10880510" cy="1362075"/>
          </a:xfrm>
        </p:spPr>
        <p:txBody>
          <a:bodyPr>
            <a:noAutofit/>
          </a:bodyPr>
          <a:lstStyle/>
          <a:p>
            <a:r>
              <a:rPr lang="en-US" sz="3600" dirty="0"/>
              <a:t>DFDL Training: The </a:t>
            </a:r>
            <a:r>
              <a:rPr lang="en-US" sz="3600" dirty="0" err="1"/>
              <a:t>FakeTDL</a:t>
            </a:r>
            <a:r>
              <a:rPr lang="en-US" sz="3600" dirty="0"/>
              <a:t> Data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FA53D-5EAB-18CA-30B0-27A9CE24A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841" y="3171825"/>
            <a:ext cx="11024443" cy="573239"/>
          </a:xfrm>
        </p:spPr>
        <p:txBody>
          <a:bodyPr/>
          <a:lstStyle/>
          <a:p>
            <a:r>
              <a:rPr lang="en-US" dirty="0"/>
              <a:t>A Hands-on Training Class Using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436ED2-55E0-5B88-EC01-9E5C282E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BE1442-1C75-D2DB-030C-370131162E7B}"/>
              </a:ext>
            </a:extLst>
          </p:cNvPr>
          <p:cNvGrpSpPr/>
          <p:nvPr/>
        </p:nvGrpSpPr>
        <p:grpSpPr>
          <a:xfrm>
            <a:off x="301842" y="3876012"/>
            <a:ext cx="3316411" cy="1028700"/>
            <a:chOff x="152399" y="1031117"/>
            <a:chExt cx="4591051" cy="1496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45AE18-59A6-5104-97A4-AA334D5FAB7E}"/>
                </a:ext>
              </a:extLst>
            </p:cNvPr>
            <p:cNvSpPr txBox="1"/>
            <p:nvPr/>
          </p:nvSpPr>
          <p:spPr>
            <a:xfrm>
              <a:off x="1760860" y="2047128"/>
              <a:ext cx="246865" cy="480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endParaRPr lang="en-US" sz="1467">
                <a:solidFill>
                  <a:prstClr val="black"/>
                </a:solidFill>
                <a:latin typeface="Calibri Light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D118BD5-3208-8C6F-FDFC-82ABC8635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399" y="1031117"/>
              <a:ext cx="4591051" cy="9489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9727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D0A07-384E-58BA-2264-9245ED783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Seen the </a:t>
            </a:r>
            <a:r>
              <a:rPr lang="en-US" dirty="0">
                <a:hlinkClick r:id="rId3"/>
              </a:rPr>
              <a:t>DFDL Overview Presentation</a:t>
            </a:r>
            <a:endParaRPr lang="en-US" dirty="0"/>
          </a:p>
          <a:p>
            <a:r>
              <a:rPr lang="en-US" dirty="0"/>
              <a:t>Know a bit of XML</a:t>
            </a:r>
          </a:p>
          <a:p>
            <a:pPr lvl="1"/>
            <a:r>
              <a:rPr lang="en-US" u="sng" dirty="0">
                <a:hlinkClick r:id="rId4"/>
              </a:rPr>
              <a:t>w3schools XML Tutorial</a:t>
            </a:r>
            <a:r>
              <a:rPr lang="en-US" dirty="0"/>
              <a:t> - basic introduction to XML.</a:t>
            </a:r>
          </a:p>
          <a:p>
            <a:pPr lvl="1"/>
            <a:r>
              <a:rPr lang="en-US" dirty="0">
                <a:hlinkClick r:id="rId5"/>
              </a:rPr>
              <a:t>Our Slides: Introduction to XML</a:t>
            </a:r>
            <a:endParaRPr lang="en-US" dirty="0"/>
          </a:p>
          <a:p>
            <a:r>
              <a:rPr lang="en-US" dirty="0"/>
              <a:t>Know a bit of XML Schema (aka XSD)</a:t>
            </a:r>
          </a:p>
          <a:p>
            <a:pPr lvl="1"/>
            <a:r>
              <a:rPr lang="en-US" u="sng" dirty="0">
                <a:hlinkClick r:id="rId6"/>
              </a:rPr>
              <a:t>w3schools XML Schema Tutorial</a:t>
            </a:r>
            <a:r>
              <a:rPr lang="en-US" dirty="0"/>
              <a:t> - basics about XSD.</a:t>
            </a:r>
          </a:p>
          <a:p>
            <a:pPr lvl="1"/>
            <a:r>
              <a:rPr lang="en-US" dirty="0">
                <a:hlinkClick r:id="rId7"/>
              </a:rPr>
              <a:t>Our Slides: Introduction to XML Schema</a:t>
            </a:r>
            <a:endParaRPr lang="en-US" dirty="0"/>
          </a:p>
          <a:p>
            <a:endParaRPr lang="en-US" dirty="0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B9721473-222D-4CBD-9AAB-B666284EF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Assumptions - Prerequisites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313B-0691-4E21-A3D7-303B3513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0DF4-73BA-4515-871C-4B65965D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800" dirty="0"/>
              <a:t>A data format for learning DFDL - </a:t>
            </a:r>
            <a:r>
              <a:rPr lang="en-US" sz="2800" dirty="0" err="1"/>
              <a:t>FakeTDL</a:t>
            </a:r>
            <a:endParaRPr lang="en-US" sz="2800" dirty="0"/>
          </a:p>
          <a:p>
            <a:pPr marL="456565" indent="-456565"/>
            <a:endParaRPr lang="en-US" sz="2800" dirty="0"/>
          </a:p>
          <a:p>
            <a:pPr marL="456565" indent="-456565"/>
            <a:r>
              <a:rPr lang="en-US" sz="2800" dirty="0"/>
              <a:t>Hands-on Labs </a:t>
            </a:r>
            <a:endParaRPr lang="en-US" sz="2800" dirty="0">
              <a:ea typeface="Noto Sans"/>
            </a:endParaRPr>
          </a:p>
          <a:p>
            <a:pPr marL="989965" lvl="1" indent="-380365"/>
            <a:r>
              <a:rPr lang="en-US" sz="2400" dirty="0">
                <a:solidFill>
                  <a:srgbClr val="000000"/>
                </a:solidFill>
                <a:ea typeface="Noto Sans"/>
              </a:rPr>
              <a:t>Create/debug and Improve a DFDL Schema</a:t>
            </a:r>
          </a:p>
          <a:p>
            <a:pPr marL="989965" lvl="1" indent="-380365"/>
            <a:r>
              <a:rPr lang="en-US" sz="2400" dirty="0">
                <a:ea typeface="Noto Sans"/>
              </a:rPr>
              <a:t>How to structure a schema project</a:t>
            </a:r>
          </a:p>
          <a:p>
            <a:pPr marL="989965" lvl="1" indent="-380365"/>
            <a:r>
              <a:rPr lang="en-US" sz="2400" dirty="0">
                <a:ea typeface="Noto Sans"/>
              </a:rPr>
              <a:t>Incorporate testing</a:t>
            </a:r>
          </a:p>
          <a:p>
            <a:pPr marL="989965" lvl="1" indent="-380365"/>
            <a:r>
              <a:rPr lang="en-US" sz="2400" dirty="0">
                <a:ea typeface="Noto Sans"/>
              </a:rPr>
              <a:t>Tools: Daffodil command line, SBT build tool</a:t>
            </a:r>
          </a:p>
          <a:p>
            <a:pPr marL="456565" indent="-456565"/>
            <a:endParaRPr lang="en-US" sz="2800" dirty="0">
              <a:solidFill>
                <a:srgbClr val="000000"/>
              </a:solidFill>
            </a:endParaRPr>
          </a:p>
          <a:p>
            <a:pPr marL="989965" lvl="1" indent="-380365"/>
            <a:endParaRPr lang="en-US" sz="2400" dirty="0">
              <a:ea typeface="Noto Sans"/>
            </a:endParaRPr>
          </a:p>
          <a:p>
            <a:pPr marL="609600" lvl="1" indent="0">
              <a:buNone/>
            </a:pPr>
            <a:endParaRPr lang="en-US" sz="2400" dirty="0">
              <a:ea typeface="Noto Sans"/>
            </a:endParaRPr>
          </a:p>
          <a:p>
            <a:pPr marL="456565" indent="-456565"/>
            <a:endParaRPr lang="en-US" sz="2800" dirty="0">
              <a:ea typeface="Noto San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F11D-ACB0-4771-978B-A3B3BE23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7204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6D36AA-558C-5050-ABFF-2B51F51D2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6565" indent="-456565"/>
            <a:r>
              <a:rPr lang="en-US" dirty="0"/>
              <a:t>Create/Review an interesting example DFDL Schema</a:t>
            </a:r>
          </a:p>
          <a:p>
            <a:pPr marL="456565" indent="-456565"/>
            <a:endParaRPr lang="en-US" dirty="0"/>
          </a:p>
          <a:p>
            <a:pPr marL="456565" indent="-456565"/>
            <a:r>
              <a:rPr lang="en-US" dirty="0"/>
              <a:t>Learn</a:t>
            </a:r>
          </a:p>
          <a:p>
            <a:pPr marL="989965" lvl="1" indent="-380365"/>
            <a:r>
              <a:rPr lang="en-US" dirty="0"/>
              <a:t>DFDL properties that are needed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Common DFDL concepts and terminology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How to structure and test a DFDL Schema </a:t>
            </a:r>
            <a:r>
              <a:rPr lang="en-US" i="1" dirty="0"/>
              <a:t>before </a:t>
            </a:r>
            <a:r>
              <a:rPr lang="en-US" dirty="0"/>
              <a:t>deploying</a:t>
            </a:r>
            <a:endParaRPr lang="en-US" dirty="0">
              <a:ea typeface="Noto Sans"/>
            </a:endParaRPr>
          </a:p>
          <a:p>
            <a:pPr marL="0" indent="0">
              <a:buNone/>
            </a:pPr>
            <a:endParaRPr lang="en-US" dirty="0"/>
          </a:p>
          <a:p>
            <a:pPr marL="456565" indent="-456565"/>
            <a:r>
              <a:rPr lang="en-US" dirty="0"/>
              <a:t>Learn how to self-teach about DFDL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What are the sources of information?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How to find things in the DFDL Spec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Where to get help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Where are more training materials</a:t>
            </a:r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A585B55-B86F-8334-764D-3F529570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of DFDL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78FBF4-C39B-8656-F506-6CA780E6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8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C493-AD2C-92BA-C710-07F4490A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9779E-A182-AF91-582C-93884CD45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data format for learning DFDL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E7985-04A8-2F09-B0A1-6E6CF74B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7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DEF93-6CAC-A69C-E31E-4D044FBC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605067" cy="492442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456565" indent="-456565" algn="l"/>
            <a:r>
              <a:rPr lang="en-US" sz="3700" b="0" i="0" dirty="0">
                <a:solidFill>
                  <a:srgbClr val="080808"/>
                </a:solidFill>
                <a:effectLst/>
                <a:latin typeface="Helvetica" panose="020B0604020202020204" pitchFamily="34" charset="0"/>
              </a:rPr>
              <a:t>A completely fictional data format</a:t>
            </a:r>
          </a:p>
          <a:p>
            <a:pPr marL="456565" indent="-456565" algn="l"/>
            <a:r>
              <a:rPr lang="en-US" sz="3700" dirty="0">
                <a:solidFill>
                  <a:srgbClr val="080808"/>
                </a:solidFill>
                <a:latin typeface="Helvetica"/>
              </a:rPr>
              <a:t>Some similarities to</a:t>
            </a:r>
            <a:r>
              <a:rPr lang="en-US" sz="3700" b="0" i="0" dirty="0">
                <a:solidFill>
                  <a:srgbClr val="080808"/>
                </a:solidFill>
                <a:effectLst/>
                <a:latin typeface="Helvetica"/>
              </a:rPr>
              <a:t> </a:t>
            </a:r>
            <a:r>
              <a:rPr lang="en-US" sz="3700" b="0" i="0" u="none" strike="noStrike" dirty="0">
                <a:solidFill>
                  <a:srgbClr val="2470B3"/>
                </a:solidFill>
                <a:effectLst/>
                <a:latin typeface="Helvetica"/>
                <a:hlinkClick r:id="rId2"/>
              </a:rPr>
              <a:t>Tactical Data Link (TDL)</a:t>
            </a:r>
            <a:r>
              <a:rPr lang="en-US" sz="3700" b="0" i="0" dirty="0">
                <a:solidFill>
                  <a:srgbClr val="080808"/>
                </a:solidFill>
                <a:effectLst/>
                <a:latin typeface="Helvetica"/>
              </a:rPr>
              <a:t> data.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Geolocations - </a:t>
            </a:r>
            <a:r>
              <a:rPr lang="en-US" dirty="0" err="1">
                <a:solidFill>
                  <a:srgbClr val="080808"/>
                </a:solidFill>
                <a:latin typeface="Helvetica" panose="020B0604020202020204" pitchFamily="34" charset="0"/>
              </a:rPr>
              <a:t>lat</a:t>
            </a:r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/</a:t>
            </a:r>
            <a:r>
              <a:rPr lang="en-US" dirty="0" err="1">
                <a:solidFill>
                  <a:srgbClr val="080808"/>
                </a:solidFill>
                <a:latin typeface="Helvetica" panose="020B0604020202020204" pitchFamily="34" charset="0"/>
              </a:rPr>
              <a:t>lon</a:t>
            </a:r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/elevation are common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Track/Unit identifier strings - ex: "AG147"</a:t>
            </a:r>
          </a:p>
          <a:p>
            <a:pPr marL="989965" lvl="1" indent="-380365"/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ixed length fields</a:t>
            </a:r>
            <a:endParaRPr lang="en-US" dirty="0">
              <a:solidFill>
                <a:schemeClr val="tx1"/>
              </a:solidFill>
              <a:ea typeface="Noto Sans"/>
            </a:endParaRP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Binary data mostly. A few fields are strings/chars.</a:t>
            </a:r>
          </a:p>
          <a:p>
            <a:pPr marL="456565" indent="-456565"/>
            <a:r>
              <a:rPr lang="en-US" sz="3700" dirty="0">
                <a:solidFill>
                  <a:srgbClr val="080808"/>
                </a:solidFill>
                <a:latin typeface="Helvetica"/>
              </a:rPr>
              <a:t>Other characteristics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Byte oriented (nothing smaller than 1 byte - no bits)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Most field types have typical sizes implied by their types</a:t>
            </a:r>
          </a:p>
          <a:p>
            <a:pPr marL="1523365" lvl="2" indent="-304165"/>
            <a:r>
              <a:rPr lang="en-US" dirty="0" err="1">
                <a:solidFill>
                  <a:srgbClr val="080808"/>
                </a:solidFill>
                <a:latin typeface="Helvetica" panose="020B0604020202020204" pitchFamily="34" charset="0"/>
              </a:rPr>
              <a:t>unsignedInt</a:t>
            </a:r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 is 4 bytes, </a:t>
            </a:r>
          </a:p>
          <a:p>
            <a:pPr marL="1523365" lvl="2" indent="-3041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short is 2 bytes, </a:t>
            </a:r>
          </a:p>
          <a:p>
            <a:pPr marL="1523365" lvl="2" indent="-3041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float is 4 bytes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Big endian byte order</a:t>
            </a:r>
          </a:p>
          <a:p>
            <a:pPr marL="989965" lvl="1" indent="-380365"/>
            <a:r>
              <a:rPr lang="en-US" dirty="0">
                <a:solidFill>
                  <a:srgbClr val="080808"/>
                </a:solidFill>
                <a:latin typeface="Helvetica" panose="020B0604020202020204" pitchFamily="34" charset="0"/>
              </a:rPr>
              <a:t>ASCII for the few fields that are text</a:t>
            </a:r>
          </a:p>
          <a:p>
            <a:pPr marL="989965" lvl="1" indent="-380365"/>
            <a:r>
              <a:rPr lang="en-US" dirty="0">
                <a:solidFill>
                  <a:schemeClr val="tx1"/>
                </a:solidFill>
              </a:rPr>
              <a:t>Unused bytes contain 0x53 (which is character 'X' in ASCII)</a:t>
            </a:r>
            <a:endParaRPr lang="en-US" dirty="0">
              <a:solidFill>
                <a:schemeClr val="tx1"/>
              </a:solidFill>
              <a:ea typeface="Noto Sans"/>
            </a:endParaRPr>
          </a:p>
          <a:p>
            <a:pPr marL="989965" lvl="1" indent="-380365"/>
            <a:r>
              <a:rPr lang="en-US" dirty="0"/>
              <a:t>64 bytes - complete message length</a:t>
            </a:r>
            <a:endParaRPr lang="en-US" dirty="0">
              <a:ea typeface="Noto Sa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A18514-144A-BB05-96F0-604B5033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FakeTDL - Our Example Data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799DD-3B2E-BA7A-1B61-9B8896EA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76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99194-7575-6E1E-5359-5E2D4F341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HTML and PDF versions</a:t>
            </a:r>
          </a:p>
          <a:p>
            <a:pPr lvl="1"/>
            <a:r>
              <a:rPr lang="en-US"/>
              <a:t>FakeTDLSpecification.html</a:t>
            </a:r>
          </a:p>
          <a:p>
            <a:endParaRPr lang="en-US"/>
          </a:p>
          <a:p>
            <a:r>
              <a:rPr lang="en-US"/>
              <a:t>Highlights to look at are sections:</a:t>
            </a:r>
          </a:p>
          <a:p>
            <a:pPr lvl="1"/>
            <a:r>
              <a:rPr lang="en-US" err="1"/>
              <a:t>FakeTDL</a:t>
            </a:r>
            <a:r>
              <a:rPr lang="en-US"/>
              <a:t> Message Details</a:t>
            </a:r>
          </a:p>
          <a:p>
            <a:pPr lvl="2"/>
            <a:r>
              <a:rPr lang="en-US"/>
              <a:t>general nature of the format</a:t>
            </a:r>
          </a:p>
          <a:p>
            <a:pPr lvl="1"/>
            <a:r>
              <a:rPr lang="en-US"/>
              <a:t>Track Message Fields</a:t>
            </a:r>
          </a:p>
          <a:p>
            <a:pPr lvl="2"/>
            <a:r>
              <a:rPr lang="en-US"/>
              <a:t>look at each field's length and type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03CA8-BB01-B1B9-337E-32A5C1A9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- has a Spec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065919-257C-97FD-C4F4-44F66F14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4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0D0E45-64CE-46F6-BCC9-E66EDC65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Format Basics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8C8D64-3B32-0EC7-7D8F-AED5400DBD95}"/>
              </a:ext>
            </a:extLst>
          </p:cNvPr>
          <p:cNvGraphicFramePr>
            <a:graphicFrameLocks noGrp="1"/>
          </p:cNvGraphicFramePr>
          <p:nvPr/>
        </p:nvGraphicFramePr>
        <p:xfrm>
          <a:off x="1376218" y="832699"/>
          <a:ext cx="9005455" cy="458724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4378037">
                  <a:extLst>
                    <a:ext uri="{9D8B030D-6E8A-4147-A177-3AD203B41FA5}">
                      <a16:colId xmlns:a16="http://schemas.microsoft.com/office/drawing/2014/main" val="778130067"/>
                    </a:ext>
                  </a:extLst>
                </a:gridCol>
                <a:gridCol w="4627418">
                  <a:extLst>
                    <a:ext uri="{9D8B030D-6E8A-4147-A177-3AD203B41FA5}">
                      <a16:colId xmlns:a16="http://schemas.microsoft.com/office/drawing/2014/main" val="2875803701"/>
                    </a:ext>
                  </a:extLst>
                </a:gridCol>
              </a:tblGrid>
              <a:tr h="305955">
                <a:tc>
                  <a:txBody>
                    <a:bodyPr/>
                    <a:lstStyle/>
                    <a:p>
                      <a:r>
                        <a:rPr lang="en-US" err="1"/>
                        <a:t>FakeTDL</a:t>
                      </a:r>
                      <a:r>
                        <a:rPr lang="en-US"/>
                        <a:t>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DFDL 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2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binary (not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representation="binary"</a:t>
                      </a:r>
                    </a:p>
                    <a:p>
                      <a:r>
                        <a:rPr lang="en-US" err="1"/>
                        <a:t>binaryNumberRep</a:t>
                      </a:r>
                      <a:r>
                        <a:rPr lang="en-US"/>
                        <a:t>="binary"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92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big endian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byteOrder</a:t>
                      </a:r>
                      <a:r>
                        <a:rPr lang="en-US"/>
                        <a:t>="</a:t>
                      </a:r>
                      <a:r>
                        <a:rPr lang="en-US" err="1"/>
                        <a:t>bigEndian</a:t>
                      </a:r>
                      <a:r>
                        <a:rPr lang="en-US"/>
                        <a:t>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1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encoding="ascii"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74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fixed length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lengthKind</a:t>
                      </a:r>
                      <a:r>
                        <a:rPr lang="en-US"/>
                        <a:t>="explicit"</a:t>
                      </a:r>
                    </a:p>
                    <a:p>
                      <a:r>
                        <a:rPr lang="en-US"/>
                        <a:t>length="64"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470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byte centric (nothing smaller than a byte)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alignment="1"</a:t>
                      </a:r>
                    </a:p>
                    <a:p>
                      <a:r>
                        <a:rPr lang="en-US" err="1"/>
                        <a:t>alignmentUnits</a:t>
                      </a:r>
                      <a:r>
                        <a:rPr lang="en-US"/>
                        <a:t>="bytes"</a:t>
                      </a:r>
                    </a:p>
                    <a:p>
                      <a:r>
                        <a:rPr lang="en-US" err="1"/>
                        <a:t>lengthUnits</a:t>
                      </a:r>
                      <a:r>
                        <a:rPr lang="en-US"/>
                        <a:t>="bytes"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008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typical field sizes</a:t>
                      </a:r>
                    </a:p>
                    <a:p>
                      <a:r>
                        <a:rPr lang="en-US"/>
                        <a:t>ex: short is 2 bytes</a:t>
                      </a:r>
                    </a:p>
                    <a:p>
                      <a:r>
                        <a:rPr lang="en-US"/>
                        <a:t>float is 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lengthKind</a:t>
                      </a:r>
                      <a:r>
                        <a:rPr lang="en-US"/>
                        <a:t>="implicit"</a:t>
                      </a:r>
                      <a:endParaRPr lang="en-US">
                        <a:latin typeface="Noto Mon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8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unused bytes filled with 'X'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latin typeface="+mn-lt"/>
                        </a:rPr>
                        <a:t>fillByte</a:t>
                      </a:r>
                      <a:r>
                        <a:rPr lang="en-US">
                          <a:latin typeface="+mn-lt"/>
                        </a:rPr>
                        <a:t>='X'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207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6697-CEFB-5B92-AFC0-17572CDA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9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7018B-7315-065F-8DF6-597AED04E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29" y="1279053"/>
            <a:ext cx="11605067" cy="5327229"/>
          </a:xfrm>
        </p:spPr>
        <p:txBody>
          <a:bodyPr>
            <a:normAutofit/>
          </a:bodyPr>
          <a:lstStyle/>
          <a:p>
            <a:r>
              <a:rPr lang="en-US"/>
              <a:t>Consider 9029 which is hex 0x2345</a:t>
            </a:r>
          </a:p>
          <a:p>
            <a:r>
              <a:rPr lang="en-US" b="1" err="1"/>
              <a:t>bigEndian</a:t>
            </a:r>
            <a:r>
              <a:rPr lang="en-US"/>
              <a:t> - most significant byte first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r>
              <a:rPr lang="en-US" b="1" err="1"/>
              <a:t>littleEndian</a:t>
            </a:r>
            <a:r>
              <a:rPr lang="en-US"/>
              <a:t> - least significant byte first</a:t>
            </a:r>
          </a:p>
          <a:p>
            <a:pPr marL="609585" lvl="1" indent="0">
              <a:buNone/>
            </a:pPr>
            <a:endParaRPr lang="en-US"/>
          </a:p>
          <a:p>
            <a:pPr marL="609585" lvl="1" indent="0">
              <a:buNone/>
            </a:pP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401D7A-1238-8817-DD34-6050FFEF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DFDL Property </a:t>
            </a:r>
            <a:r>
              <a:rPr lang="en-US" err="1"/>
              <a:t>byteOrder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4258F-F11E-B257-683B-466298908357}"/>
              </a:ext>
            </a:extLst>
          </p:cNvPr>
          <p:cNvGrpSpPr/>
          <p:nvPr/>
        </p:nvGrpSpPr>
        <p:grpSpPr>
          <a:xfrm>
            <a:off x="1203651" y="2849621"/>
            <a:ext cx="3832261" cy="882062"/>
            <a:chOff x="1756880" y="3030877"/>
            <a:chExt cx="3832261" cy="882061"/>
          </a:xfrm>
          <a:noFill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BCEFC-1CD7-CF94-05D1-413EAC9E33F0}"/>
                </a:ext>
              </a:extLst>
            </p:cNvPr>
            <p:cNvSpPr/>
            <p:nvPr/>
          </p:nvSpPr>
          <p:spPr>
            <a:xfrm>
              <a:off x="1756881" y="3349375"/>
              <a:ext cx="893852" cy="563563"/>
            </a:xfrm>
            <a:prstGeom prst="rect">
              <a:avLst/>
            </a:prstGeom>
            <a:grpFill/>
            <a:ln>
              <a:solidFill>
                <a:srgbClr val="4FDE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D3DAED-49EC-9AE4-D48B-EB998AB9DC29}"/>
                </a:ext>
              </a:extLst>
            </p:cNvPr>
            <p:cNvSpPr/>
            <p:nvPr/>
          </p:nvSpPr>
          <p:spPr>
            <a:xfrm>
              <a:off x="2650733" y="3349374"/>
              <a:ext cx="893852" cy="563563"/>
            </a:xfrm>
            <a:prstGeom prst="rect">
              <a:avLst/>
            </a:prstGeom>
            <a:grpFill/>
            <a:ln>
              <a:solidFill>
                <a:srgbClr val="4FDE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45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A0B633-0211-D4AA-FC61-3009F94F77E4}"/>
                </a:ext>
              </a:extLst>
            </p:cNvPr>
            <p:cNvSpPr/>
            <p:nvPr/>
          </p:nvSpPr>
          <p:spPr>
            <a:xfrm>
              <a:off x="3544584" y="3349375"/>
              <a:ext cx="2044557" cy="563563"/>
            </a:xfrm>
            <a:prstGeom prst="rect">
              <a:avLst/>
            </a:prstGeom>
            <a:grpFill/>
            <a:ln>
              <a:solidFill>
                <a:srgbClr val="4FDE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5EE32C-6081-9A51-1191-8143C145A456}"/>
                </a:ext>
              </a:extLst>
            </p:cNvPr>
            <p:cNvSpPr txBox="1"/>
            <p:nvPr/>
          </p:nvSpPr>
          <p:spPr>
            <a:xfrm>
              <a:off x="1756880" y="3030877"/>
              <a:ext cx="2702104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byte 1    byte 2     ...</a:t>
              </a:r>
            </a:p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814D8F9-BAA2-0215-6AB0-B29DA476E615}"/>
              </a:ext>
            </a:extLst>
          </p:cNvPr>
          <p:cNvSpPr/>
          <p:nvPr/>
        </p:nvSpPr>
        <p:spPr>
          <a:xfrm>
            <a:off x="1203652" y="5262487"/>
            <a:ext cx="3139747" cy="563563"/>
          </a:xfrm>
          <a:prstGeom prst="rect">
            <a:avLst/>
          </a:prstGeom>
          <a:noFill/>
          <a:ln>
            <a:solidFill>
              <a:srgbClr val="4FDE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150D8-9479-A0C4-962C-244F6AE8F3DE}"/>
              </a:ext>
            </a:extLst>
          </p:cNvPr>
          <p:cNvSpPr/>
          <p:nvPr/>
        </p:nvSpPr>
        <p:spPr>
          <a:xfrm flipH="1">
            <a:off x="3690255" y="5262486"/>
            <a:ext cx="653143" cy="563563"/>
          </a:xfrm>
          <a:prstGeom prst="rect">
            <a:avLst/>
          </a:prstGeom>
          <a:noFill/>
          <a:ln>
            <a:solidFill>
              <a:srgbClr val="4FDE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8B82BB-C0A0-434B-E814-A22F66548912}"/>
              </a:ext>
            </a:extLst>
          </p:cNvPr>
          <p:cNvSpPr/>
          <p:nvPr/>
        </p:nvSpPr>
        <p:spPr>
          <a:xfrm>
            <a:off x="4343400" y="5262487"/>
            <a:ext cx="692513" cy="563563"/>
          </a:xfrm>
          <a:prstGeom prst="rect">
            <a:avLst/>
          </a:prstGeom>
          <a:noFill/>
          <a:ln>
            <a:solidFill>
              <a:srgbClr val="4FDE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45A97-3E9F-0021-AF20-4B854434E9AE}"/>
              </a:ext>
            </a:extLst>
          </p:cNvPr>
          <p:cNvSpPr txBox="1"/>
          <p:nvPr/>
        </p:nvSpPr>
        <p:spPr>
          <a:xfrm>
            <a:off x="1807029" y="4857156"/>
            <a:ext cx="337457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/>
              <a:t>... byte 2  byte 1</a:t>
            </a:r>
          </a:p>
          <a:p>
            <a:pPr algn="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C05D6-9E1E-71CC-A0B1-5F9AC8FE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5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0DA0A-B7C8-5712-AA73-4028CF4C5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799"/>
            <a:ext cx="11605067" cy="5539483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Lookup properties in the DFDL Spec.</a:t>
            </a:r>
          </a:p>
          <a:p>
            <a:r>
              <a:rPr lang="en-US"/>
              <a:t>Use search (there is no index by property name)</a:t>
            </a:r>
          </a:p>
          <a:p>
            <a:r>
              <a:rPr lang="en-US"/>
              <a:t>Search until you find the </a:t>
            </a:r>
            <a:r>
              <a:rPr lang="en-US" i="1"/>
              <a:t>property box:</a:t>
            </a:r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endParaRPr lang="en-US" i="1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After the table there are often sections that elaborate on the properties in that table.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976CA0-05C2-D8A9-6438-F2510840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Properties in the DFDL Spec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484D6C-6B1D-2135-7D2B-57AF1937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1" y="2560012"/>
            <a:ext cx="10507541" cy="2553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25E66-CD8B-BB78-9F2A-8BBC13108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3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06C9A-D56B-AA46-08C7-190F09E8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25489"/>
            <a:ext cx="11604625" cy="5970586"/>
          </a:xfrm>
        </p:spPr>
        <p:txBody>
          <a:bodyPr>
            <a:normAutofit fontScale="47500" lnSpcReduction="20000"/>
          </a:bodyPr>
          <a:lstStyle/>
          <a:p>
            <a:r>
              <a:rPr lang="en-US"/>
              <a:t>Details - skip over for now</a:t>
            </a:r>
          </a:p>
          <a:p>
            <a:pPr lvl="1"/>
            <a:r>
              <a:rPr lang="en-US"/>
              <a:t>Section 3, </a:t>
            </a:r>
            <a:r>
              <a:rPr lang="en-US">
                <a:hlinkClick r:id="rId3"/>
              </a:rPr>
              <a:t>Notational and Definitional Conventions</a:t>
            </a:r>
            <a:r>
              <a:rPr lang="en-US"/>
              <a:t> - also Appendix E: Glossary of Terms.</a:t>
            </a:r>
          </a:p>
          <a:p>
            <a:pPr lvl="1"/>
            <a:r>
              <a:rPr lang="en-US"/>
              <a:t>Section 4, </a:t>
            </a:r>
            <a:r>
              <a:rPr lang="en-US">
                <a:hlinkClick r:id="rId4"/>
              </a:rPr>
              <a:t>The DFDL Information Set (</a:t>
            </a:r>
            <a:r>
              <a:rPr lang="en-US" err="1">
                <a:hlinkClick r:id="rId4"/>
              </a:rPr>
              <a:t>Infoset</a:t>
            </a:r>
            <a:r>
              <a:rPr lang="en-US">
                <a:hlinkClick r:id="rId4"/>
              </a:rPr>
              <a:t>)</a:t>
            </a:r>
            <a:endParaRPr lang="en-US"/>
          </a:p>
          <a:p>
            <a:pPr lvl="1"/>
            <a:r>
              <a:rPr lang="en-US"/>
              <a:t>Section 5, </a:t>
            </a:r>
            <a:r>
              <a:rPr lang="en-US">
                <a:hlinkClick r:id="rId5"/>
              </a:rPr>
              <a:t>DFDL Schema Component Model</a:t>
            </a:r>
            <a:r>
              <a:rPr lang="en-US"/>
              <a:t> </a:t>
            </a:r>
          </a:p>
          <a:p>
            <a:pPr lvl="1"/>
            <a:r>
              <a:rPr lang="en-US"/>
              <a:t>Sections 6, DFDL Syntax Basics and 7, Syntax of DFDL Annotation Elements</a:t>
            </a:r>
          </a:p>
          <a:p>
            <a:pPr lvl="1"/>
            <a:r>
              <a:rPr lang="en-US"/>
              <a:t>Section 8, </a:t>
            </a:r>
            <a:r>
              <a:rPr lang="en-US">
                <a:hlinkClick r:id="rId6"/>
              </a:rPr>
              <a:t>Property Scoping and DFDL Schema Checking</a:t>
            </a:r>
            <a:r>
              <a:rPr lang="en-US"/>
              <a:t> </a:t>
            </a:r>
          </a:p>
          <a:p>
            <a:endParaRPr lang="en-US"/>
          </a:p>
          <a:p>
            <a:r>
              <a:rPr lang="en-US"/>
              <a:t>Section 9, </a:t>
            </a:r>
            <a:r>
              <a:rPr lang="en-US">
                <a:hlinkClick r:id="rId7"/>
              </a:rPr>
              <a:t>DFDL Processing Introduction</a:t>
            </a:r>
            <a:r>
              <a:rPr lang="en-US"/>
              <a:t> </a:t>
            </a:r>
          </a:p>
          <a:p>
            <a:pPr lvl="1"/>
            <a:r>
              <a:rPr lang="en-US"/>
              <a:t>DFDL Data Syntax Grammar</a:t>
            </a:r>
          </a:p>
          <a:p>
            <a:pPr lvl="1"/>
            <a:r>
              <a:rPr lang="en-US"/>
              <a:t>Parsing Algorithm - Points of Uncertainty</a:t>
            </a:r>
          </a:p>
          <a:p>
            <a:pPr marL="609585" lvl="1" indent="0">
              <a:buNone/>
            </a:pPr>
            <a:endParaRPr lang="en-US"/>
          </a:p>
          <a:p>
            <a:pPr>
              <a:buClr>
                <a:srgbClr val="92D050"/>
              </a:buClr>
              <a:buSzPct val="200000"/>
              <a:buFont typeface="Wingdings" panose="05000000000000000000" pitchFamily="2" charset="2"/>
              <a:buChar char="ü"/>
            </a:pPr>
            <a:r>
              <a:rPr lang="en-US"/>
              <a:t>Section 10, Overview: Representation Properties and their Format Semantics </a:t>
            </a:r>
            <a:endParaRPr lang="en-US">
              <a:hlinkClick r:id=""/>
            </a:endParaRPr>
          </a:p>
          <a:p>
            <a:pPr lvl="1"/>
            <a:r>
              <a:rPr lang="en-US">
                <a:hlinkClick r:id=""/>
              </a:rPr>
              <a:t>Common to both Content and Framing</a:t>
            </a:r>
            <a:r>
              <a:rPr lang="en-US"/>
              <a:t> (see Section 11)</a:t>
            </a:r>
          </a:p>
          <a:p>
            <a:pPr lvl="1"/>
            <a:r>
              <a:rPr lang="en-US">
                <a:hlinkClick r:id="rId8"/>
              </a:rPr>
              <a:t>Common Framing, Position, and Length</a:t>
            </a:r>
            <a:r>
              <a:rPr lang="en-US"/>
              <a:t> (see Section 12)</a:t>
            </a:r>
          </a:p>
          <a:p>
            <a:pPr lvl="1"/>
            <a:r>
              <a:rPr lang="en-US">
                <a:hlinkClick r:id="rId9"/>
              </a:rPr>
              <a:t>Simple Type Content</a:t>
            </a:r>
            <a:r>
              <a:rPr lang="en-US"/>
              <a:t> (see Section 13 ) - Biggest section - text and binary properties for all types</a:t>
            </a:r>
          </a:p>
          <a:p>
            <a:pPr lvl="1"/>
            <a:r>
              <a:rPr lang="en-US">
                <a:hlinkClick r:id="rId10"/>
              </a:rPr>
              <a:t>Sequence Groups</a:t>
            </a:r>
            <a:r>
              <a:rPr lang="en-US"/>
              <a:t> (see Section 14 )</a:t>
            </a:r>
          </a:p>
          <a:p>
            <a:pPr lvl="1"/>
            <a:r>
              <a:rPr lang="en-US">
                <a:hlinkClick r:id="rId11"/>
              </a:rPr>
              <a:t>Choice Groups</a:t>
            </a:r>
            <a:r>
              <a:rPr lang="en-US"/>
              <a:t> (see Section 15 )</a:t>
            </a:r>
          </a:p>
          <a:p>
            <a:pPr lvl="1"/>
            <a:r>
              <a:rPr lang="en-US">
                <a:hlinkClick r:id="rId12"/>
              </a:rPr>
              <a:t>Array (i.e., recurring) elements and optional elements</a:t>
            </a:r>
            <a:r>
              <a:rPr lang="en-US"/>
              <a:t> (see Section 16 )</a:t>
            </a:r>
          </a:p>
          <a:p>
            <a:pPr lvl="1"/>
            <a:r>
              <a:rPr lang="en-US">
                <a:hlinkClick r:id="rId13"/>
              </a:rPr>
              <a:t>Calculated Values</a:t>
            </a:r>
            <a:r>
              <a:rPr lang="en-US"/>
              <a:t> (see Section 17 )</a:t>
            </a:r>
          </a:p>
          <a:p>
            <a:endParaRPr lang="en-US"/>
          </a:p>
          <a:p>
            <a:r>
              <a:rPr lang="en-US"/>
              <a:t>Details - use when needed</a:t>
            </a:r>
          </a:p>
          <a:p>
            <a:pPr lvl="1"/>
            <a:r>
              <a:rPr lang="en-US"/>
              <a:t>Section 18, </a:t>
            </a:r>
            <a:r>
              <a:rPr lang="en-US">
                <a:hlinkClick r:id="rId14"/>
              </a:rPr>
              <a:t>DFDL Expression Language</a:t>
            </a:r>
            <a:r>
              <a:rPr lang="en-US"/>
              <a:t> </a:t>
            </a:r>
          </a:p>
          <a:p>
            <a:pPr lvl="1"/>
            <a:r>
              <a:rPr lang="en-US"/>
              <a:t>Section 19, </a:t>
            </a:r>
            <a:r>
              <a:rPr lang="en-US">
                <a:hlinkClick r:id="rId15"/>
              </a:rPr>
              <a:t>DFDL Regular Expressions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A2562-5E9D-457C-EB8E-F9137990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4338" y="6384454"/>
            <a:ext cx="508000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3E5725-B859-B97F-C833-AAA8F62DC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>
            <a:normAutofit fontScale="90000"/>
          </a:bodyPr>
          <a:lstStyle/>
          <a:p>
            <a:r>
              <a:rPr lang="en-US"/>
              <a:t>DFDL Spec Overview</a:t>
            </a:r>
          </a:p>
        </p:txBody>
      </p:sp>
    </p:spTree>
    <p:extLst>
      <p:ext uri="{BB962C8B-B14F-4D97-AF65-F5344CB8AC3E}">
        <p14:creationId xmlns:p14="http://schemas.microsoft.com/office/powerpoint/2010/main" val="417692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563FA-E342-9DC2-EC8B-E9F970D8F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456565" indent="-456565"/>
            <a:r>
              <a:rPr lang="en-US" sz="3700"/>
              <a:t>The format that applies to everything in the DFDL schema file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&lt;</a:t>
            </a:r>
            <a:r>
              <a:rPr lang="en-US" sz="3700" b="1" err="1">
                <a:latin typeface="Courier New"/>
                <a:cs typeface="Courier New"/>
              </a:rPr>
              <a:t>dfdl:format</a:t>
            </a:r>
            <a:r>
              <a:rPr lang="en-US" sz="3700" b="1">
                <a:latin typeface="Courier New"/>
                <a:cs typeface="Courier New"/>
              </a:rPr>
              <a:t> ...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representation="binary"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binaryNumberRep</a:t>
            </a:r>
            <a:r>
              <a:rPr lang="en-US" sz="3700" b="1">
                <a:latin typeface="Courier New"/>
                <a:cs typeface="Courier New"/>
              </a:rPr>
              <a:t>="binary"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byteOrder"bigEndian</a:t>
            </a:r>
            <a:r>
              <a:rPr lang="en-US" sz="3700" b="1">
                <a:latin typeface="Courier New"/>
                <a:cs typeface="Courier New"/>
              </a:rPr>
              <a:t>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lengthKind"implicit</a:t>
            </a:r>
            <a:r>
              <a:rPr lang="en-US" sz="3700" b="1">
                <a:latin typeface="Courier New"/>
                <a:cs typeface="Courier New"/>
              </a:rPr>
              <a:t>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lengthUnits</a:t>
            </a:r>
            <a:r>
              <a:rPr lang="en-US" sz="3700" b="1">
                <a:latin typeface="Courier New"/>
                <a:cs typeface="Courier New"/>
              </a:rPr>
              <a:t>="bytes" 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alignmentUnits</a:t>
            </a:r>
            <a:r>
              <a:rPr lang="en-US" sz="3700" b="1">
                <a:latin typeface="Courier New"/>
                <a:cs typeface="Courier New"/>
              </a:rPr>
              <a:t>="bytes"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alignment="1"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encoding="ascii"</a:t>
            </a:r>
          </a:p>
          <a:p>
            <a:pPr marL="0" indent="0">
              <a:buNone/>
            </a:pPr>
            <a:r>
              <a:rPr lang="en-US" sz="3700" b="1">
                <a:latin typeface="Courier New"/>
                <a:cs typeface="Courier New"/>
              </a:rPr>
              <a:t>  </a:t>
            </a:r>
            <a:r>
              <a:rPr lang="en-US" sz="3700" b="1" err="1">
                <a:latin typeface="Courier New"/>
                <a:cs typeface="Courier New"/>
              </a:rPr>
              <a:t>fillByte'X</a:t>
            </a:r>
            <a:r>
              <a:rPr lang="en-US" sz="3700" b="1">
                <a:latin typeface="Courier New"/>
                <a:cs typeface="Courier New"/>
              </a:rPr>
              <a:t>' /&gt;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CD5619-C0D9-594C-FFCF-6E38F04E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dfdl:format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5E1317-1D6A-6675-8DB9-D09A2ABB2708}"/>
              </a:ext>
            </a:extLst>
          </p:cNvPr>
          <p:cNvGrpSpPr/>
          <p:nvPr/>
        </p:nvGrpSpPr>
        <p:grpSpPr>
          <a:xfrm>
            <a:off x="617393" y="3804516"/>
            <a:ext cx="7755810" cy="1173018"/>
            <a:chOff x="969818" y="3833091"/>
            <a:chExt cx="7755810" cy="1173018"/>
          </a:xfrm>
        </p:grpSpPr>
        <p:sp>
          <p:nvSpPr>
            <p:cNvPr id="3" name="Callout: Line 2">
              <a:extLst>
                <a:ext uri="{FF2B5EF4-FFF2-40B4-BE49-F238E27FC236}">
                  <a16:creationId xmlns:a16="http://schemas.microsoft.com/office/drawing/2014/main" id="{6C9E95AB-9E1C-CCCC-9BB4-03CEB9C0D7B3}"/>
                </a:ext>
              </a:extLst>
            </p:cNvPr>
            <p:cNvSpPr/>
            <p:nvPr/>
          </p:nvSpPr>
          <p:spPr>
            <a:xfrm>
              <a:off x="969818" y="3833091"/>
              <a:ext cx="4839855" cy="1173018"/>
            </a:xfrm>
            <a:prstGeom prst="borderCallout1">
              <a:avLst>
                <a:gd name="adj1" fmla="val 46309"/>
                <a:gd name="adj2" fmla="val 100064"/>
                <a:gd name="adj3" fmla="val 47145"/>
                <a:gd name="adj4" fmla="val 120445"/>
              </a:avLst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525E3A-C245-EBF0-A365-4C94F60D70D1}"/>
                </a:ext>
              </a:extLst>
            </p:cNvPr>
            <p:cNvSpPr txBox="1"/>
            <p:nvPr/>
          </p:nvSpPr>
          <p:spPr>
            <a:xfrm>
              <a:off x="6862617" y="4096434"/>
              <a:ext cx="1863011" cy="646331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What we mean </a:t>
              </a:r>
            </a:p>
            <a:p>
              <a:r>
                <a:rPr lang="en-US"/>
                <a:t>by </a:t>
              </a:r>
              <a:r>
                <a:rPr lang="en-US" i="1"/>
                <a:t>byte centric</a:t>
              </a: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3CFFD2-33A8-9CDE-F0DC-E7697DD6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5AFF4A-1937-CC9C-016E-EA747508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DFDL Types and </a:t>
            </a:r>
            <a:r>
              <a:rPr lang="en-US">
                <a:solidFill>
                  <a:srgbClr val="FF0000"/>
                </a:solidFill>
              </a:rPr>
              <a:t>Used by </a:t>
            </a:r>
            <a:r>
              <a:rPr lang="en-US" err="1">
                <a:solidFill>
                  <a:srgbClr val="FF0000"/>
                </a:solidFill>
              </a:rPr>
              <a:t>FakeTDL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C330623-71D5-96EF-3240-3667ABB07F70}"/>
              </a:ext>
            </a:extLst>
          </p:cNvPr>
          <p:cNvGrpSpPr/>
          <p:nvPr/>
        </p:nvGrpSpPr>
        <p:grpSpPr>
          <a:xfrm>
            <a:off x="1670570" y="1098896"/>
            <a:ext cx="8495034" cy="4950543"/>
            <a:chOff x="2047905" y="968269"/>
            <a:chExt cx="8495034" cy="495054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2E13A69-F6C5-1C2B-D845-0075466E9212}"/>
                </a:ext>
              </a:extLst>
            </p:cNvPr>
            <p:cNvSpPr/>
            <p:nvPr/>
          </p:nvSpPr>
          <p:spPr>
            <a:xfrm>
              <a:off x="4509466" y="968269"/>
              <a:ext cx="2013487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DFDL Simple Types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3807467-588E-F072-9C7B-BFFBB1CCFF57}"/>
                </a:ext>
              </a:extLst>
            </p:cNvPr>
            <p:cNvSpPr/>
            <p:nvPr/>
          </p:nvSpPr>
          <p:spPr>
            <a:xfrm>
              <a:off x="2047905" y="1773134"/>
              <a:ext cx="719598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string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32F612EA-26DF-1D01-CBF0-E6BE6342F3AA}"/>
                </a:ext>
              </a:extLst>
            </p:cNvPr>
            <p:cNvSpPr/>
            <p:nvPr/>
          </p:nvSpPr>
          <p:spPr>
            <a:xfrm>
              <a:off x="5576024" y="1773134"/>
              <a:ext cx="605818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float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E297987D-57D3-7560-74A0-4D107625BA54}"/>
                </a:ext>
              </a:extLst>
            </p:cNvPr>
            <p:cNvSpPr/>
            <p:nvPr/>
          </p:nvSpPr>
          <p:spPr>
            <a:xfrm>
              <a:off x="6335636" y="1773134"/>
              <a:ext cx="829510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double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034DB22-3EAC-D63B-E537-512CCFAAE408}"/>
                </a:ext>
              </a:extLst>
            </p:cNvPr>
            <p:cNvSpPr/>
            <p:nvPr/>
          </p:nvSpPr>
          <p:spPr>
            <a:xfrm>
              <a:off x="7300807" y="1773134"/>
              <a:ext cx="924416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decimal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60C556F1-963C-5BF9-26F2-8660438DEF88}"/>
                </a:ext>
              </a:extLst>
            </p:cNvPr>
            <p:cNvSpPr/>
            <p:nvPr/>
          </p:nvSpPr>
          <p:spPr>
            <a:xfrm>
              <a:off x="8353500" y="1773134"/>
              <a:ext cx="947727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boolean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D308273-A548-59E3-5C77-BDAC6A68A451}"/>
                </a:ext>
              </a:extLst>
            </p:cNvPr>
            <p:cNvSpPr/>
            <p:nvPr/>
          </p:nvSpPr>
          <p:spPr>
            <a:xfrm>
              <a:off x="9415993" y="1773134"/>
              <a:ext cx="1126946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hexBinary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8D54658-E168-A3A1-5014-090A96145667}"/>
                </a:ext>
              </a:extLst>
            </p:cNvPr>
            <p:cNvSpPr/>
            <p:nvPr/>
          </p:nvSpPr>
          <p:spPr>
            <a:xfrm>
              <a:off x="2926191" y="1773134"/>
              <a:ext cx="617692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date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87B04B9-2A6B-14BB-5893-DAD48784E7AD}"/>
                </a:ext>
              </a:extLst>
            </p:cNvPr>
            <p:cNvSpPr/>
            <p:nvPr/>
          </p:nvSpPr>
          <p:spPr>
            <a:xfrm>
              <a:off x="3679030" y="1773134"/>
              <a:ext cx="605818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194155B-E7DC-8F28-71FF-56475B066273}"/>
                </a:ext>
              </a:extLst>
            </p:cNvPr>
            <p:cNvSpPr/>
            <p:nvPr/>
          </p:nvSpPr>
          <p:spPr>
            <a:xfrm>
              <a:off x="4396666" y="1773134"/>
              <a:ext cx="1061362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dateTime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912BC2B7-3C04-F98A-9A7B-7C029FEE8F0B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 rot="5400000">
              <a:off x="3746810" y="3734"/>
              <a:ext cx="430294" cy="3108506"/>
            </a:xfrm>
            <a:prstGeom prst="bentConnector3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9B35FF4E-B526-974F-0851-76FF46E1B346}"/>
                </a:ext>
              </a:extLst>
            </p:cNvPr>
            <p:cNvCxnSpPr>
              <a:cxnSpLocks/>
              <a:stCxn id="50" idx="2"/>
              <a:endCxn id="52" idx="0"/>
            </p:cNvCxnSpPr>
            <p:nvPr/>
          </p:nvCxnSpPr>
          <p:spPr>
            <a:xfrm rot="16200000" flipH="1">
              <a:off x="5482424" y="1376625"/>
              <a:ext cx="430294" cy="362723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7727EFCE-6831-FCDB-7ADB-8483A98D5B55}"/>
                </a:ext>
              </a:extLst>
            </p:cNvPr>
            <p:cNvCxnSpPr>
              <a:cxnSpLocks/>
              <a:stCxn id="50" idx="2"/>
              <a:endCxn id="53" idx="0"/>
            </p:cNvCxnSpPr>
            <p:nvPr/>
          </p:nvCxnSpPr>
          <p:spPr>
            <a:xfrm rot="16200000" flipH="1">
              <a:off x="5918153" y="940896"/>
              <a:ext cx="430294" cy="1234181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899332C1-B216-9DBA-FD46-F59BD8749118}"/>
                </a:ext>
              </a:extLst>
            </p:cNvPr>
            <p:cNvCxnSpPr>
              <a:cxnSpLocks/>
              <a:stCxn id="50" idx="2"/>
              <a:endCxn id="54" idx="0"/>
            </p:cNvCxnSpPr>
            <p:nvPr/>
          </p:nvCxnSpPr>
          <p:spPr>
            <a:xfrm rot="16200000" flipH="1">
              <a:off x="6424465" y="434584"/>
              <a:ext cx="430294" cy="2246805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89BA4539-E3A7-A5A9-8483-4E4937242399}"/>
                </a:ext>
              </a:extLst>
            </p:cNvPr>
            <p:cNvCxnSpPr>
              <a:cxnSpLocks/>
              <a:stCxn id="50" idx="2"/>
              <a:endCxn id="55" idx="0"/>
            </p:cNvCxnSpPr>
            <p:nvPr/>
          </p:nvCxnSpPr>
          <p:spPr>
            <a:xfrm rot="16200000" flipH="1">
              <a:off x="6956640" y="-97590"/>
              <a:ext cx="430294" cy="3311154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682A0CE2-496D-BACE-3280-41D0957DC43E}"/>
                </a:ext>
              </a:extLst>
            </p:cNvPr>
            <p:cNvCxnSpPr>
              <a:cxnSpLocks/>
              <a:stCxn id="50" idx="2"/>
              <a:endCxn id="56" idx="0"/>
            </p:cNvCxnSpPr>
            <p:nvPr/>
          </p:nvCxnSpPr>
          <p:spPr>
            <a:xfrm rot="16200000" flipH="1">
              <a:off x="7532691" y="-673641"/>
              <a:ext cx="430294" cy="4463256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405DA24-62A2-7C59-D570-6292336B8DDB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5516210" y="1342840"/>
              <a:ext cx="7046" cy="239903"/>
            </a:xfrm>
            <a:prstGeom prst="line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23A81132-CA9A-BB36-D91E-EB68E5429E98}"/>
                </a:ext>
              </a:extLst>
            </p:cNvPr>
            <p:cNvSpPr/>
            <p:nvPr/>
          </p:nvSpPr>
          <p:spPr>
            <a:xfrm>
              <a:off x="7331025" y="2390713"/>
              <a:ext cx="842829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integer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06F57391-7CAF-7210-2C0D-6C83AE52B390}"/>
                </a:ext>
              </a:extLst>
            </p:cNvPr>
            <p:cNvSpPr/>
            <p:nvPr/>
          </p:nvSpPr>
          <p:spPr>
            <a:xfrm>
              <a:off x="8139573" y="2984895"/>
              <a:ext cx="1992704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nonNegativeInteger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7A42340A-D5C2-F651-05CB-512EAB352F37}"/>
                </a:ext>
              </a:extLst>
            </p:cNvPr>
            <p:cNvSpPr/>
            <p:nvPr/>
          </p:nvSpPr>
          <p:spPr>
            <a:xfrm>
              <a:off x="8386569" y="3593630"/>
              <a:ext cx="1498713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unsignedLong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A4B480A-A421-FEA4-BE62-85B30B744739}"/>
                </a:ext>
              </a:extLst>
            </p:cNvPr>
            <p:cNvSpPr/>
            <p:nvPr/>
          </p:nvSpPr>
          <p:spPr>
            <a:xfrm>
              <a:off x="8495751" y="4225196"/>
              <a:ext cx="1280350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unsignedInt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9FA7AC8-24E7-5E14-95B6-36C6DE2B6CBB}"/>
                </a:ext>
              </a:extLst>
            </p:cNvPr>
            <p:cNvSpPr/>
            <p:nvPr/>
          </p:nvSpPr>
          <p:spPr>
            <a:xfrm>
              <a:off x="8368593" y="4866041"/>
              <a:ext cx="1534661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unsignedShort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46ECA13-D8CF-B33B-8B79-28D812109DE5}"/>
                </a:ext>
              </a:extLst>
            </p:cNvPr>
            <p:cNvSpPr/>
            <p:nvPr/>
          </p:nvSpPr>
          <p:spPr>
            <a:xfrm>
              <a:off x="8409446" y="5544241"/>
              <a:ext cx="1452961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unsignedByte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02C08C5-77C4-AC2C-4404-5345EA342575}"/>
                </a:ext>
              </a:extLst>
            </p:cNvPr>
            <p:cNvSpPr/>
            <p:nvPr/>
          </p:nvSpPr>
          <p:spPr>
            <a:xfrm>
              <a:off x="6784603" y="3593210"/>
              <a:ext cx="604124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long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8404E0B-A6ED-F47A-1510-F8CF338A3A90}"/>
                </a:ext>
              </a:extLst>
            </p:cNvPr>
            <p:cNvSpPr/>
            <p:nvPr/>
          </p:nvSpPr>
          <p:spPr>
            <a:xfrm>
              <a:off x="6868673" y="4225196"/>
              <a:ext cx="435981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int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2D5C9E26-2260-EE82-E722-E0D5254D356C}"/>
                </a:ext>
              </a:extLst>
            </p:cNvPr>
            <p:cNvSpPr/>
            <p:nvPr/>
          </p:nvSpPr>
          <p:spPr>
            <a:xfrm>
              <a:off x="6750391" y="4866042"/>
              <a:ext cx="672543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short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77F9F10B-2ACC-B167-6B7E-ACC3D8366557}"/>
                </a:ext>
              </a:extLst>
            </p:cNvPr>
            <p:cNvSpPr/>
            <p:nvPr/>
          </p:nvSpPr>
          <p:spPr>
            <a:xfrm>
              <a:off x="6784603" y="5544241"/>
              <a:ext cx="605818" cy="374571"/>
            </a:xfrm>
            <a:prstGeom prst="roundRect">
              <a:avLst/>
            </a:prstGeom>
            <a:solidFill>
              <a:schemeClr val="accent3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byte</a:t>
              </a:r>
            </a:p>
          </p:txBody>
        </p: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A321E222-FF1A-CC5E-7565-9B67F541D264}"/>
                </a:ext>
              </a:extLst>
            </p:cNvPr>
            <p:cNvCxnSpPr>
              <a:cxnSpLocks/>
              <a:stCxn id="67" idx="2"/>
              <a:endCxn id="68" idx="0"/>
            </p:cNvCxnSpPr>
            <p:nvPr/>
          </p:nvCxnSpPr>
          <p:spPr>
            <a:xfrm rot="16200000" flipH="1">
              <a:off x="8334377" y="2183346"/>
              <a:ext cx="219611" cy="1383485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227381A-B8C1-5FDB-C84F-2801D8977B6C}"/>
                </a:ext>
              </a:extLst>
            </p:cNvPr>
            <p:cNvCxnSpPr>
              <a:cxnSpLocks/>
              <a:stCxn id="54" idx="2"/>
              <a:endCxn id="67" idx="0"/>
            </p:cNvCxnSpPr>
            <p:nvPr/>
          </p:nvCxnSpPr>
          <p:spPr>
            <a:xfrm flipH="1">
              <a:off x="7752440" y="2147705"/>
              <a:ext cx="10575" cy="243008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48AC64D3-3EF1-5917-1480-01F32E69DB5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05590" y="2840010"/>
              <a:ext cx="827926" cy="665775"/>
            </a:xfrm>
            <a:prstGeom prst="bentConnector3">
              <a:avLst>
                <a:gd name="adj1" fmla="val 14105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8319D3D0-F403-82E3-D94F-4B53CF5AEAB7}"/>
                </a:ext>
              </a:extLst>
            </p:cNvPr>
            <p:cNvCxnSpPr>
              <a:cxnSpLocks/>
              <a:stCxn id="68" idx="2"/>
              <a:endCxn id="69" idx="0"/>
            </p:cNvCxnSpPr>
            <p:nvPr/>
          </p:nvCxnSpPr>
          <p:spPr>
            <a:xfrm rot="16200000" flipH="1">
              <a:off x="9018843" y="3476547"/>
              <a:ext cx="234164" cy="1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904881D-336E-0793-A144-D7A58DF4CF3D}"/>
                </a:ext>
              </a:extLst>
            </p:cNvPr>
            <p:cNvCxnSpPr>
              <a:cxnSpLocks/>
              <a:stCxn id="69" idx="2"/>
              <a:endCxn id="70" idx="0"/>
            </p:cNvCxnSpPr>
            <p:nvPr/>
          </p:nvCxnSpPr>
          <p:spPr>
            <a:xfrm>
              <a:off x="9135927" y="3968201"/>
              <a:ext cx="0" cy="256995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37B4869-D752-2E65-E108-C9747FB4DE51}"/>
                </a:ext>
              </a:extLst>
            </p:cNvPr>
            <p:cNvCxnSpPr>
              <a:cxnSpLocks/>
              <a:stCxn id="70" idx="2"/>
              <a:endCxn id="71" idx="0"/>
            </p:cNvCxnSpPr>
            <p:nvPr/>
          </p:nvCxnSpPr>
          <p:spPr>
            <a:xfrm flipH="1">
              <a:off x="9135924" y="4599767"/>
              <a:ext cx="2" cy="266274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3BF55AC9-2601-6A21-4477-4B67D502A1CF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>
              <a:off x="9135924" y="5240613"/>
              <a:ext cx="3" cy="303630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E94BB5D-B24A-A825-537D-35B300C96100}"/>
                </a:ext>
              </a:extLst>
            </p:cNvPr>
            <p:cNvCxnSpPr>
              <a:cxnSpLocks/>
              <a:stCxn id="73" idx="2"/>
              <a:endCxn id="74" idx="0"/>
            </p:cNvCxnSpPr>
            <p:nvPr/>
          </p:nvCxnSpPr>
          <p:spPr>
            <a:xfrm flipH="1">
              <a:off x="7086664" y="3967781"/>
              <a:ext cx="1" cy="257415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3F77E4F-BC9C-CB1E-0A49-9C68E86115EE}"/>
                </a:ext>
              </a:extLst>
            </p:cNvPr>
            <p:cNvCxnSpPr>
              <a:cxnSpLocks/>
              <a:stCxn id="74" idx="2"/>
              <a:endCxn id="75" idx="0"/>
            </p:cNvCxnSpPr>
            <p:nvPr/>
          </p:nvCxnSpPr>
          <p:spPr>
            <a:xfrm flipH="1">
              <a:off x="7086663" y="4599767"/>
              <a:ext cx="1" cy="266275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82020FA-5F98-76A1-406A-2E56E9B0801A}"/>
                </a:ext>
              </a:extLst>
            </p:cNvPr>
            <p:cNvCxnSpPr>
              <a:cxnSpLocks/>
              <a:stCxn id="75" idx="2"/>
              <a:endCxn id="76" idx="0"/>
            </p:cNvCxnSpPr>
            <p:nvPr/>
          </p:nvCxnSpPr>
          <p:spPr>
            <a:xfrm>
              <a:off x="7086663" y="5240613"/>
              <a:ext cx="849" cy="303628"/>
            </a:xfrm>
            <a:prstGeom prst="straightConnector1">
              <a:avLst/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C465CAAC-270F-D0B2-AF67-CB9BAC68AB33}"/>
                </a:ext>
              </a:extLst>
            </p:cNvPr>
            <p:cNvCxnSpPr>
              <a:cxnSpLocks/>
              <a:stCxn id="50" idx="2"/>
              <a:endCxn id="57" idx="0"/>
            </p:cNvCxnSpPr>
            <p:nvPr/>
          </p:nvCxnSpPr>
          <p:spPr>
            <a:xfrm rot="5400000">
              <a:off x="4160477" y="417401"/>
              <a:ext cx="430294" cy="2281173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EE720609-464E-0CA7-37D9-E513722A0114}"/>
                </a:ext>
              </a:extLst>
            </p:cNvPr>
            <p:cNvCxnSpPr>
              <a:cxnSpLocks/>
              <a:stCxn id="50" idx="2"/>
              <a:endCxn id="58" idx="0"/>
            </p:cNvCxnSpPr>
            <p:nvPr/>
          </p:nvCxnSpPr>
          <p:spPr>
            <a:xfrm rot="5400000">
              <a:off x="4533928" y="790852"/>
              <a:ext cx="430294" cy="1534271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79C7B712-02F2-5917-CAD5-6348E274E4EA}"/>
                </a:ext>
              </a:extLst>
            </p:cNvPr>
            <p:cNvCxnSpPr>
              <a:cxnSpLocks/>
              <a:stCxn id="50" idx="2"/>
              <a:endCxn id="59" idx="0"/>
            </p:cNvCxnSpPr>
            <p:nvPr/>
          </p:nvCxnSpPr>
          <p:spPr>
            <a:xfrm rot="5400000">
              <a:off x="5006632" y="1263556"/>
              <a:ext cx="430294" cy="588863"/>
            </a:xfrm>
            <a:prstGeom prst="bentConnector3">
              <a:avLst>
                <a:gd name="adj1" fmla="val 50000"/>
              </a:avLst>
            </a:prstGeom>
            <a:solidFill>
              <a:schemeClr val="accent3">
                <a:lumMod val="9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6CC9C6-6B79-F6B6-BEB0-5C80BC3F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8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C8CD-4265-B981-DD06-F083CA66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C1F339-E9C8-388E-8A42-44BB56D3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Terminology:</a:t>
            </a:r>
            <a:r>
              <a:rPr lang="en-US" i="1"/>
              <a:t> Calendar</a:t>
            </a:r>
            <a:r>
              <a:rPr lang="en-US"/>
              <a:t> types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0C57A4-74E1-44A5-FBFA-DAC23A93AFB2}"/>
              </a:ext>
            </a:extLst>
          </p:cNvPr>
          <p:cNvGrpSpPr/>
          <p:nvPr/>
        </p:nvGrpSpPr>
        <p:grpSpPr>
          <a:xfrm>
            <a:off x="2360487" y="1692783"/>
            <a:ext cx="5212014" cy="1736217"/>
            <a:chOff x="3100716" y="1107832"/>
            <a:chExt cx="5212014" cy="1736217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3F6F8DF-674C-EA4E-F127-A9D4C22AE30B}"/>
                </a:ext>
              </a:extLst>
            </p:cNvPr>
            <p:cNvSpPr/>
            <p:nvPr/>
          </p:nvSpPr>
          <p:spPr>
            <a:xfrm>
              <a:off x="5395016" y="1107832"/>
              <a:ext cx="2917714" cy="551396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DFDL Simple Types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ABA9980-3214-6C91-9274-4455DC650CBF}"/>
                </a:ext>
              </a:extLst>
            </p:cNvPr>
            <p:cNvSpPr/>
            <p:nvPr/>
          </p:nvSpPr>
          <p:spPr>
            <a:xfrm>
              <a:off x="3100716" y="2292653"/>
              <a:ext cx="895088" cy="5513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date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8A3812E-D558-E702-9821-09B67009DE2D}"/>
                </a:ext>
              </a:extLst>
            </p:cNvPr>
            <p:cNvSpPr/>
            <p:nvPr/>
          </p:nvSpPr>
          <p:spPr>
            <a:xfrm>
              <a:off x="4191644" y="2292653"/>
              <a:ext cx="877882" cy="5513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8B2060F-325A-C2BD-0487-59052F8A4916}"/>
                </a:ext>
              </a:extLst>
            </p:cNvPr>
            <p:cNvSpPr/>
            <p:nvPr/>
          </p:nvSpPr>
          <p:spPr>
            <a:xfrm>
              <a:off x="5231559" y="2292653"/>
              <a:ext cx="1538004" cy="5513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dateTime</a:t>
              </a:r>
              <a:endParaRPr lang="en-US" sz="160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5DA9A1F-04C6-FBE3-7BF0-2782536D471B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6853874" y="1659228"/>
              <a:ext cx="10210" cy="353155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59C11347-DAA9-2A5B-E432-6EF80666644E}"/>
                </a:ext>
              </a:extLst>
            </p:cNvPr>
            <p:cNvCxnSpPr>
              <a:cxnSpLocks/>
              <a:stCxn id="50" idx="2"/>
              <a:endCxn id="57" idx="0"/>
            </p:cNvCxnSpPr>
            <p:nvPr/>
          </p:nvCxnSpPr>
          <p:spPr>
            <a:xfrm rot="5400000">
              <a:off x="4884355" y="323134"/>
              <a:ext cx="633424" cy="3305614"/>
            </a:xfrm>
            <a:prstGeom prst="bentConnector3">
              <a:avLst>
                <a:gd name="adj1" fmla="val 50000"/>
              </a:avLst>
            </a:prstGeom>
            <a:solidFill>
              <a:schemeClr val="bg1">
                <a:lumMod val="7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E1F54C6D-3699-7FE9-DBF2-DDA313258B27}"/>
                </a:ext>
              </a:extLst>
            </p:cNvPr>
            <p:cNvCxnSpPr>
              <a:cxnSpLocks/>
              <a:stCxn id="50" idx="2"/>
              <a:endCxn id="58" idx="0"/>
            </p:cNvCxnSpPr>
            <p:nvPr/>
          </p:nvCxnSpPr>
          <p:spPr>
            <a:xfrm rot="5400000">
              <a:off x="5425518" y="864297"/>
              <a:ext cx="633424" cy="2223289"/>
            </a:xfrm>
            <a:prstGeom prst="bentConnector3">
              <a:avLst>
                <a:gd name="adj1" fmla="val 50000"/>
              </a:avLst>
            </a:prstGeom>
            <a:solidFill>
              <a:schemeClr val="bg1">
                <a:lumMod val="7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25DAAF8B-C598-4B06-7A25-EE353993EAB0}"/>
                </a:ext>
              </a:extLst>
            </p:cNvPr>
            <p:cNvCxnSpPr>
              <a:cxnSpLocks/>
              <a:stCxn id="50" idx="2"/>
              <a:endCxn id="59" idx="0"/>
            </p:cNvCxnSpPr>
            <p:nvPr/>
          </p:nvCxnSpPr>
          <p:spPr>
            <a:xfrm rot="5400000">
              <a:off x="6110506" y="1549285"/>
              <a:ext cx="633424" cy="853313"/>
            </a:xfrm>
            <a:prstGeom prst="bentConnector3">
              <a:avLst>
                <a:gd name="adj1" fmla="val 50000"/>
              </a:avLst>
            </a:prstGeom>
            <a:solidFill>
              <a:schemeClr val="bg1">
                <a:lumMod val="75000"/>
              </a:schemeClr>
            </a:solidFill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DDE426-B28E-A3DE-27B6-20658ABF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2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42BAA-C13B-ED60-C25B-D725EAFB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799"/>
            <a:ext cx="11604625" cy="5629275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generally</a:t>
            </a:r>
          </a:p>
          <a:p>
            <a:pPr lvl="1"/>
            <a:r>
              <a:rPr lang="en-US"/>
              <a:t>12.3 Properties for Specifying Length</a:t>
            </a:r>
          </a:p>
          <a:p>
            <a:r>
              <a:rPr lang="en-US"/>
              <a:t>string</a:t>
            </a:r>
          </a:p>
          <a:p>
            <a:pPr lvl="1"/>
            <a:r>
              <a:rPr lang="en-US"/>
              <a:t>13.4 Properties Specific to String</a:t>
            </a:r>
            <a:br>
              <a:rPr lang="en-US"/>
            </a:br>
            <a:endParaRPr lang="en-US"/>
          </a:p>
          <a:p>
            <a:r>
              <a:rPr lang="en-US"/>
              <a:t>short, unsignedShort, unsignedInt</a:t>
            </a:r>
          </a:p>
          <a:p>
            <a:pPr lvl="1"/>
            <a:r>
              <a:rPr lang="en-US"/>
              <a:t>13.7 Properties Specific to Number with Binary Representation</a:t>
            </a:r>
            <a:br>
              <a:rPr lang="en-US"/>
            </a:br>
            <a:endParaRPr lang="en-US"/>
          </a:p>
          <a:p>
            <a:r>
              <a:rPr lang="en-US"/>
              <a:t>float</a:t>
            </a:r>
          </a:p>
          <a:p>
            <a:pPr lvl="1"/>
            <a:r>
              <a:rPr lang="en-US"/>
              <a:t>13.8 Properties Specific to Float/Double with Binary Representation</a:t>
            </a:r>
            <a:br>
              <a:rPr lang="en-US"/>
            </a:br>
            <a:endParaRPr lang="en-US"/>
          </a:p>
          <a:p>
            <a:r>
              <a:rPr lang="en-US" err="1"/>
              <a:t>boolean</a:t>
            </a:r>
            <a:endParaRPr lang="en-US"/>
          </a:p>
          <a:p>
            <a:pPr lvl="1"/>
            <a:r>
              <a:rPr lang="en-US"/>
              <a:t>13.10 Properties Specific to Boolean with Binary Representation</a:t>
            </a:r>
          </a:p>
          <a:p>
            <a:endParaRPr lang="en-US"/>
          </a:p>
          <a:p>
            <a:r>
              <a:rPr lang="en-US"/>
              <a:t>time</a:t>
            </a:r>
          </a:p>
          <a:p>
            <a:pPr lvl="1"/>
            <a:r>
              <a:rPr lang="en-US"/>
              <a:t>13.11 Properties Specific to Calendar with Text or Binary Representation</a:t>
            </a:r>
            <a:br>
              <a:rPr lang="en-US"/>
            </a:br>
            <a:endParaRPr lang="en-US"/>
          </a:p>
          <a:p>
            <a:pPr lvl="1"/>
            <a:r>
              <a:rPr lang="en-US"/>
              <a:t>13.13 Properties Specific to Calendar with Binary Representation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F682-4633-6AE8-9B99-C7D1AC76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4338" y="6384454"/>
            <a:ext cx="508000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8E6128-04F5-2F1D-7BF8-AF3EA0D4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>
            <a:normAutofit fontScale="90000"/>
          </a:bodyPr>
          <a:lstStyle/>
          <a:p>
            <a:r>
              <a:rPr lang="en-US"/>
              <a:t>DFDL Spec Sections</a:t>
            </a:r>
          </a:p>
        </p:txBody>
      </p:sp>
    </p:spTree>
    <p:extLst>
      <p:ext uri="{BB962C8B-B14F-4D97-AF65-F5344CB8AC3E}">
        <p14:creationId xmlns:p14="http://schemas.microsoft.com/office/powerpoint/2010/main" val="287692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DD4255-7E67-4768-B59B-08B248653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messages start with these 3 fields</a:t>
            </a:r>
          </a:p>
          <a:p>
            <a:pPr lvl="1"/>
            <a:r>
              <a:rPr lang="en-US" dirty="0" err="1"/>
              <a:t>messageType</a:t>
            </a:r>
            <a:r>
              <a:rPr lang="en-US" dirty="0"/>
              <a:t> - 1 char/byte </a:t>
            </a:r>
          </a:p>
          <a:p>
            <a:pPr lvl="1"/>
            <a:r>
              <a:rPr lang="en-US" dirty="0"/>
              <a:t>source unit number - 5 chars/bytes</a:t>
            </a:r>
          </a:p>
          <a:p>
            <a:pPr lvl="1"/>
            <a:r>
              <a:rPr lang="en-US" dirty="0"/>
              <a:t>message send time - 3 bytes </a:t>
            </a:r>
            <a:r>
              <a:rPr lang="en-US" i="1" dirty="0"/>
              <a:t>Binary Coded Decimal (BCD)</a:t>
            </a:r>
          </a:p>
          <a:p>
            <a:pPr lvl="1"/>
            <a:endParaRPr lang="en-US" dirty="0"/>
          </a:p>
          <a:p>
            <a:r>
              <a:rPr lang="en-US" dirty="0"/>
              <a:t>3 Kinds of messages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Track</a:t>
            </a:r>
          </a:p>
          <a:p>
            <a:pPr lvl="1"/>
            <a:r>
              <a:rPr lang="en-US" dirty="0"/>
              <a:t>Identity</a:t>
            </a:r>
          </a:p>
          <a:p>
            <a:pPr lvl="1"/>
            <a:r>
              <a:rPr lang="en-US" dirty="0"/>
              <a:t>Ack</a:t>
            </a:r>
          </a:p>
          <a:p>
            <a:pPr marL="609585" lvl="1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0D0E45-64CE-46F6-BCC9-E66EDC65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Message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6CCF3-CE5F-52CD-FABD-BBA1E294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201A3-1903-B918-BFB3-304DE818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800"/>
            <a:ext cx="11605067" cy="56827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&lt;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&lt;track&gt;                                   		&lt;!-- 1 bytes 	initiator 'T' 	--&gt; 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&lt;source&gt;AG123&lt;/source&gt;		&lt;!-- 5 bytes 	string 	--&gt; 	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&gt;01:02:03&lt;/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		&lt;!-- 3 bytes 	time 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&gt;false&lt;/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		&lt;!-- 1 byte 	</a:t>
            </a:r>
            <a:r>
              <a:rPr lang="en-US" sz="2000" dirty="0" err="1">
                <a:latin typeface="Noto Mono" panose="020B0609030804020204"/>
              </a:rPr>
              <a:t>boolean</a:t>
            </a:r>
            <a:r>
              <a:rPr lang="en-US" sz="2000" dirty="0">
                <a:latin typeface="Noto Mono" panose="020B0609030804020204"/>
              </a:rPr>
              <a:t>	--&gt; 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&gt;1&lt;/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		&lt;!-- 4 bytes 	</a:t>
            </a:r>
            <a:r>
              <a:rPr lang="en-US" sz="2000" dirty="0" err="1">
                <a:latin typeface="Noto Mono" panose="020B0609030804020204"/>
              </a:rPr>
              <a:t>unsignedInt</a:t>
            </a:r>
            <a:r>
              <a:rPr lang="en-US" sz="2000" dirty="0">
                <a:latin typeface="Noto Mono" panose="020B0609030804020204"/>
              </a:rPr>
              <a:t>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&gt;41.0&lt;/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&gt;-70.0&lt;/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&gt;400&lt;/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		&lt;!-- 2 bytes 	short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&gt;UU777&lt;/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		&lt;!-- 5 bytes 	string	--&gt; 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&lt;time&gt;01:02:01&lt;/time&gt;		&lt;!-- 3 bytes 	time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&gt;41.1&lt;/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&gt;-69.9&lt;/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&gt;350&lt;/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			&lt;!-- 2 bytes 	short	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&gt;W&lt;/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		&lt;!-- 1 byte	string	--&gt;</a:t>
            </a:r>
          </a:p>
          <a:p>
            <a:pPr marL="0" indent="0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&lt;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quality&gt;A&lt;/quality&gt;			&lt;!-- 1 byte 	string	--&gt;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      &lt;course&gt;75&lt;/course&gt;			&lt;!-- 2 bytes 	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--&gt;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      &lt;speed&gt;200&lt;/speed&gt;			&lt;!-- 2 bytes 	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unsignedShort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 --&gt;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    &lt;/track&gt;</a:t>
            </a:r>
          </a:p>
          <a:p>
            <a:pPr marL="0" indent="0">
              <a:buNone/>
            </a:pPr>
            <a:r>
              <a:rPr lang="en-US" sz="2000" dirty="0">
                <a:latin typeface="Noto Mono" panose="020B0609030804020204"/>
              </a:rPr>
              <a:t>&lt;/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710C78-F9F1-3676-BC67-8C259DC6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Track Message as XML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CDDF5D-74FA-D22F-0DE2-8EEED342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710C78-F9F1-3676-BC67-8C259DC6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Unit + Time Pairs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AA0BE-8FBC-9B78-1B49-4F4E5B7DE556}"/>
              </a:ext>
            </a:extLst>
          </p:cNvPr>
          <p:cNvSpPr/>
          <p:nvPr/>
        </p:nvSpPr>
        <p:spPr>
          <a:xfrm>
            <a:off x="622413" y="1333547"/>
            <a:ext cx="7921376" cy="471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1878E-44C6-C448-92BE-42C600CCD892}"/>
              </a:ext>
            </a:extLst>
          </p:cNvPr>
          <p:cNvSpPr/>
          <p:nvPr/>
        </p:nvSpPr>
        <p:spPr>
          <a:xfrm>
            <a:off x="622413" y="3383552"/>
            <a:ext cx="7921376" cy="471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5DE19C-6030-80A4-A705-B370E3DB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63B17BF-9762-77C0-75EE-C4610DA0BE9E}"/>
              </a:ext>
            </a:extLst>
          </p:cNvPr>
          <p:cNvSpPr txBox="1">
            <a:spLocks/>
          </p:cNvSpPr>
          <p:nvPr/>
        </p:nvSpPr>
        <p:spPr>
          <a:xfrm>
            <a:off x="304800" y="1066799"/>
            <a:ext cx="11605067" cy="5682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3733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667" kern="120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33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>
                <a:latin typeface="Noto Mono" panose="020B0609030804020204"/>
              </a:rPr>
              <a:t>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55E8EA5-8115-66B3-6035-6CC1AD5644D7}"/>
              </a:ext>
            </a:extLst>
          </p:cNvPr>
          <p:cNvSpPr txBox="1">
            <a:spLocks/>
          </p:cNvSpPr>
          <p:nvPr/>
        </p:nvSpPr>
        <p:spPr>
          <a:xfrm>
            <a:off x="838200" y="693800"/>
            <a:ext cx="11605067" cy="5682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457189" indent="-457189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&lt;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&lt;track&gt;                                   		&lt;!-- 1 bytes 	initiator 'T' 	--&gt;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&lt;source&gt;AG123&lt;/source&gt;		&lt;!-- 5 bytes 	string 	--&gt; 	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&gt;01:02:03&lt;/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		&lt;!-- 3 bytes 	time 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&gt;false&lt;/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		&lt;!-- 1 byte 	</a:t>
            </a:r>
            <a:r>
              <a:rPr lang="en-US" sz="2000" dirty="0" err="1">
                <a:latin typeface="Noto Mono" panose="020B0609030804020204"/>
              </a:rPr>
              <a:t>boolean</a:t>
            </a:r>
            <a:r>
              <a:rPr lang="en-US" sz="2000" dirty="0">
                <a:latin typeface="Noto Mono" panose="020B0609030804020204"/>
              </a:rPr>
              <a:t>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&gt;1&lt;/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		&lt;!-- 4 bytes 	</a:t>
            </a:r>
            <a:r>
              <a:rPr lang="en-US" sz="2000" dirty="0" err="1">
                <a:latin typeface="Noto Mono" panose="020B0609030804020204"/>
              </a:rPr>
              <a:t>unsignedInt</a:t>
            </a:r>
            <a:r>
              <a:rPr lang="en-US" sz="2000" dirty="0">
                <a:latin typeface="Noto Mono" panose="020B0609030804020204"/>
              </a:rPr>
              <a:t>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&gt;41.0&lt;/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&gt;-70.0&lt;/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&gt;400&lt;/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&gt;UU777&lt;/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		&lt;!-- 5 bytes 	string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&lt;time&gt;01:02:01&lt;/time&gt;		&lt;!-- 3 bytes 	time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&gt;41.1&lt;/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&gt;-69.9&lt;/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&gt;350&lt;/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	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&gt;W&lt;/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		&lt;!-- 1 byte	string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  &lt;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quality&gt;A&lt;/quality&gt;			&lt;!-- 1 byte 	string	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&lt;course&gt;75&lt;/course&gt;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&lt;speed&gt;200&lt;/speed&gt;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&lt;/track&gt;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&lt;/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31144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201A3-1903-B918-BFB3-304DE818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799"/>
            <a:ext cx="11605067" cy="5682780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&lt;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&lt;track&gt;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&lt;source&gt;AG123&lt;/source&gt;		&lt;!-- 5 bytes 	string 	--&gt; 	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&gt;01:02:03&lt;/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		&lt;!-- 3 bytes 	time 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&gt;false&lt;/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		&lt;!-- 1 byte 	</a:t>
            </a:r>
            <a:r>
              <a:rPr lang="en-US" sz="2000" dirty="0" err="1">
                <a:latin typeface="Noto Mono" panose="020B0609030804020204"/>
              </a:rPr>
              <a:t>boolean</a:t>
            </a:r>
            <a:r>
              <a:rPr lang="en-US" sz="2000" dirty="0">
                <a:latin typeface="Noto Mono" panose="020B0609030804020204"/>
              </a:rPr>
              <a:t>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&gt;1&lt;/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		&lt;!-- 4 bytes 	</a:t>
            </a:r>
            <a:r>
              <a:rPr lang="en-US" sz="2000" dirty="0" err="1">
                <a:latin typeface="Noto Mono" panose="020B0609030804020204"/>
              </a:rPr>
              <a:t>unsignedInt</a:t>
            </a:r>
            <a:r>
              <a:rPr lang="en-US" sz="2000" dirty="0">
                <a:latin typeface="Noto Mono" panose="020B0609030804020204"/>
              </a:rPr>
              <a:t>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&gt;41.0&lt;/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&gt;-70.0&lt;/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&gt;400&lt;/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&gt;UU777&lt;/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		&lt;!-- 5 bytes 	string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&lt;time&gt;01:02:01&lt;/time&gt;		&lt;!-- 3 bytes 	time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&gt;41.1&lt;/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&gt;-69.9&lt;/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&gt;350&lt;/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	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&gt;W&lt;/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		&lt;!-- 1 byte	string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  &lt;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quality&gt;A&lt;/quality&gt;			&lt;!-- 1 byte 	string	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&lt;course&gt;75&lt;/course&gt;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&lt;speed&gt;200&lt;/speed&gt;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&lt;/track&gt;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&lt;/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710C78-F9F1-3676-BC67-8C259DC6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Geolocation Triples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AA0BE-8FBC-9B78-1B49-4F4E5B7DE556}"/>
              </a:ext>
            </a:extLst>
          </p:cNvPr>
          <p:cNvSpPr/>
          <p:nvPr/>
        </p:nvSpPr>
        <p:spPr>
          <a:xfrm>
            <a:off x="476938" y="2834586"/>
            <a:ext cx="7911101" cy="896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1878E-44C6-C448-92BE-42C600CCD892}"/>
              </a:ext>
            </a:extLst>
          </p:cNvPr>
          <p:cNvSpPr/>
          <p:nvPr/>
        </p:nvSpPr>
        <p:spPr>
          <a:xfrm>
            <a:off x="476938" y="4305300"/>
            <a:ext cx="7911101" cy="896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38EA8-C948-459F-C033-1BBC011F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63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201A3-1903-B918-BFB3-304DE818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799"/>
            <a:ext cx="11605067" cy="5682780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&lt;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&lt;track&gt;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&lt;source&gt;AG123&lt;/source&gt;		&lt;!-- 5 bytes 	string 	--&gt; 	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  &lt;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&gt;01:02:03&lt;/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		&lt;!-- 3 bytes 	time 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&gt;false&lt;/</a:t>
            </a:r>
            <a:r>
              <a:rPr lang="en-US" sz="2000" dirty="0" err="1">
                <a:latin typeface="Noto Mono" panose="020B0609030804020204"/>
              </a:rPr>
              <a:t>mustAck</a:t>
            </a:r>
            <a:r>
              <a:rPr lang="en-US" sz="2000" dirty="0">
                <a:latin typeface="Noto Mono" panose="020B0609030804020204"/>
              </a:rPr>
              <a:t>&gt;		&lt;!-- 1 byte 	</a:t>
            </a:r>
            <a:r>
              <a:rPr lang="en-US" sz="2000" dirty="0" err="1">
                <a:latin typeface="Noto Mono" panose="020B0609030804020204"/>
              </a:rPr>
              <a:t>boolean</a:t>
            </a:r>
            <a:r>
              <a:rPr lang="en-US" sz="2000" dirty="0">
                <a:latin typeface="Noto Mono" panose="020B0609030804020204"/>
              </a:rPr>
              <a:t>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&gt;1&lt;/</a:t>
            </a:r>
            <a:r>
              <a:rPr lang="en-US" sz="2000" dirty="0" err="1">
                <a:latin typeface="Noto Mono" panose="020B0609030804020204"/>
              </a:rPr>
              <a:t>messageID</a:t>
            </a:r>
            <a:r>
              <a:rPr lang="en-US" sz="2000" dirty="0">
                <a:latin typeface="Noto Mono" panose="020B0609030804020204"/>
              </a:rPr>
              <a:t>&gt;		&lt;!-- 4 bytes 	</a:t>
            </a:r>
            <a:r>
              <a:rPr lang="en-US" sz="2000" dirty="0" err="1">
                <a:latin typeface="Noto Mono" panose="020B0609030804020204"/>
              </a:rPr>
              <a:t>unsignedInt</a:t>
            </a:r>
            <a:r>
              <a:rPr lang="en-US" sz="2000" dirty="0">
                <a:latin typeface="Noto Mono" panose="020B0609030804020204"/>
              </a:rPr>
              <a:t>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&gt;41.0&lt;/</a:t>
            </a:r>
            <a:r>
              <a:rPr lang="en-US" sz="2000" dirty="0" err="1">
                <a:latin typeface="Noto Mono" panose="020B0609030804020204"/>
              </a:rPr>
              <a:t>sourceLat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&gt;-70.0&lt;/</a:t>
            </a:r>
            <a:r>
              <a:rPr lang="en-US" sz="2000" dirty="0" err="1">
                <a:latin typeface="Noto Mono" panose="020B0609030804020204"/>
              </a:rPr>
              <a:t>sourceLon</a:t>
            </a:r>
            <a:r>
              <a:rPr lang="en-US" sz="2000" dirty="0">
                <a:latin typeface="Noto Mono" panose="020B0609030804020204"/>
              </a:rPr>
              <a:t>&gt;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&gt;400&lt;/</a:t>
            </a:r>
            <a:r>
              <a:rPr lang="en-US" sz="2000" dirty="0" err="1">
                <a:latin typeface="Noto Mono" panose="020B0609030804020204"/>
              </a:rPr>
              <a:t>sourceElev</a:t>
            </a:r>
            <a:r>
              <a:rPr lang="en-US" sz="2000" dirty="0">
                <a:latin typeface="Noto Mono" panose="020B0609030804020204"/>
              </a:rPr>
              <a:t>&gt;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&gt;UU777&lt;/</a:t>
            </a:r>
            <a:r>
              <a:rPr lang="en-US" sz="2000" dirty="0" err="1">
                <a:latin typeface="Noto Mono" panose="020B0609030804020204"/>
              </a:rPr>
              <a:t>trackNum</a:t>
            </a:r>
            <a:r>
              <a:rPr lang="en-US" sz="2000" dirty="0">
                <a:latin typeface="Noto Mono" panose="020B0609030804020204"/>
              </a:rPr>
              <a:t>&gt;		&lt;!-- 5 bytes 	string	--&gt;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&lt;time&gt;01:02:01&lt;/time&gt;			&lt;!-- 3 bytes 	time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&gt;41.1&lt;/</a:t>
            </a:r>
            <a:r>
              <a:rPr lang="en-US" sz="2000" dirty="0" err="1">
                <a:latin typeface="Noto Mono" panose="020B0609030804020204"/>
              </a:rPr>
              <a:t>lat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&gt;-69.9&lt;/</a:t>
            </a:r>
            <a:r>
              <a:rPr lang="en-US" sz="2000" dirty="0" err="1">
                <a:latin typeface="Noto Mono" panose="020B0609030804020204"/>
              </a:rPr>
              <a:t>lon</a:t>
            </a:r>
            <a:r>
              <a:rPr lang="en-US" sz="2000" dirty="0">
                <a:latin typeface="Noto Mono" panose="020B0609030804020204"/>
              </a:rPr>
              <a:t>&gt;			&lt;!-- 4 bytes 	float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&gt;350&lt;/</a:t>
            </a:r>
            <a:r>
              <a:rPr lang="en-US" sz="2000" dirty="0" err="1">
                <a:latin typeface="Noto Mono" panose="020B0609030804020204"/>
              </a:rPr>
              <a:t>elev</a:t>
            </a:r>
            <a:r>
              <a:rPr lang="en-US" sz="2000" dirty="0">
                <a:latin typeface="Noto Mono" panose="020B0609030804020204"/>
              </a:rPr>
              <a:t>&gt;			&lt;!-- 2 bytes 	short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  &lt;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&gt;W&lt;/</a:t>
            </a:r>
            <a:r>
              <a:rPr lang="en-US" sz="2000" dirty="0" err="1">
                <a:latin typeface="Noto Mono" panose="020B0609030804020204"/>
              </a:rPr>
              <a:t>pointType</a:t>
            </a:r>
            <a:r>
              <a:rPr lang="en-US" sz="2000" dirty="0">
                <a:latin typeface="Noto Mono" panose="020B0609030804020204"/>
              </a:rPr>
              <a:t>&gt;		&lt;!-- 1 byte	string	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  &lt;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quality&gt;A&lt;/quality&gt;			&lt;!-- 1 byte 	string	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&lt;course&gt;75&lt;/course&gt;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  <a:b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</a:b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     &lt;speed&gt;200&lt;/speed&gt;			&lt;!-- 2 bytes 	</a:t>
            </a:r>
            <a:r>
              <a:rPr lang="en-US" altLang="en-US" sz="2000" dirty="0" err="1">
                <a:solidFill>
                  <a:schemeClr val="tx1"/>
                </a:solidFill>
                <a:latin typeface="Noto Mono" panose="020B0609030804020204"/>
              </a:rPr>
              <a:t>unsignedShort</a:t>
            </a:r>
            <a:r>
              <a:rPr lang="en-US" altLang="en-US" sz="2000" dirty="0">
                <a:solidFill>
                  <a:schemeClr val="tx1"/>
                </a:solidFill>
                <a:latin typeface="Noto Mono" panose="020B0609030804020204"/>
              </a:rPr>
              <a:t> --&gt;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    &lt;/track&gt;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Noto Mono" panose="020B0609030804020204"/>
              </a:rPr>
              <a:t>&lt;/</a:t>
            </a:r>
            <a:r>
              <a:rPr lang="en-US" sz="2000" dirty="0" err="1">
                <a:latin typeface="Noto Mono" panose="020B0609030804020204"/>
              </a:rPr>
              <a:t>fakeTDL</a:t>
            </a:r>
            <a:r>
              <a:rPr lang="en-US" sz="2000" dirty="0">
                <a:latin typeface="Noto Mono" panose="020B0609030804020204"/>
              </a:rPr>
              <a:t>&gt;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710C78-F9F1-3676-BC67-8C259DC6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Few </a:t>
            </a:r>
            <a:r>
              <a:rPr lang="en-US" err="1"/>
              <a:t>Misc</a:t>
            </a:r>
            <a:r>
              <a:rPr lang="en-US"/>
              <a:t> Fields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AA0BE-8FBC-9B78-1B49-4F4E5B7DE556}"/>
              </a:ext>
            </a:extLst>
          </p:cNvPr>
          <p:cNvSpPr/>
          <p:nvPr/>
        </p:nvSpPr>
        <p:spPr>
          <a:xfrm>
            <a:off x="472611" y="2200638"/>
            <a:ext cx="7941924" cy="621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1878E-44C6-C448-92BE-42C600CCD892}"/>
              </a:ext>
            </a:extLst>
          </p:cNvPr>
          <p:cNvSpPr/>
          <p:nvPr/>
        </p:nvSpPr>
        <p:spPr>
          <a:xfrm>
            <a:off x="472611" y="5210175"/>
            <a:ext cx="7941924" cy="843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F0C396-E83F-1396-AC8D-2D90AFBC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5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42801-817B-F3B2-5018-EE680E01E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3" y="1054680"/>
            <a:ext cx="12578993" cy="4302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00000000: </a:t>
            </a:r>
            <a:r>
              <a:rPr lang="en-US" sz="2200" b="1" u="sng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  <a:r>
              <a:rPr lang="en-US" sz="2200" b="1" u="sng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41 4731 3233</a:t>
            </a:r>
            <a:r>
              <a:rPr lang="en-US" sz="2200" b="1" u="sng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u="sng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0102 03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0000 0001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4224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AG123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B$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00000010: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c28c 0000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0190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5555 3737 37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01 0201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UU777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00000020: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4224 6666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c28b </a:t>
            </a:r>
            <a:r>
              <a:rPr lang="en-US" sz="2200" b="1" err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cccd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015e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004b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00c8</a:t>
            </a: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B$ff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.^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200" b="1">
                <a:highlight>
                  <a:srgbClr val="FFC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.K</a:t>
            </a:r>
            <a:r>
              <a:rPr lang="en-US" sz="2200" b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pPr marL="0" indent="0">
              <a:buNone/>
            </a:pPr>
            <a:r>
              <a:rPr 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00000030: 5858 5858 5858 5858 5858 5858 5858 5858  XXXXXXXXXXXXXXXX</a:t>
            </a:r>
          </a:p>
          <a:p>
            <a:endParaRPr lang="en-US" sz="22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77E29E-E396-DE38-D992-2A733CE4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Track Message </a:t>
            </a:r>
            <a:br>
              <a:rPr lang="en-US"/>
            </a:br>
            <a:r>
              <a:rPr lang="en-US" sz="2000" b="0"/>
              <a:t>(from </a:t>
            </a:r>
            <a:r>
              <a:rPr lang="en-US" sz="2000" b="0" err="1"/>
              <a:t>xxd</a:t>
            </a:r>
            <a:r>
              <a:rPr lang="en-US" sz="2000" b="0"/>
              <a:t> test_track_good_01.dat)</a:t>
            </a:r>
            <a:endParaRPr lang="en-US" b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F7BD7-20D7-4AE5-DDC5-3719737CF734}"/>
              </a:ext>
            </a:extLst>
          </p:cNvPr>
          <p:cNvSpPr txBox="1"/>
          <p:nvPr/>
        </p:nvSpPr>
        <p:spPr>
          <a:xfrm>
            <a:off x="1114745" y="2790207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&lt;source&gt;AG123&lt;/source&gt;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 &lt;</a:t>
            </a:r>
            <a:r>
              <a:rPr lang="en-US" sz="180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&gt;01:02:03&lt;/</a:t>
            </a:r>
            <a:r>
              <a:rPr lang="en-US" sz="1800" err="1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sendTime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latin typeface="Noto Mono" panose="020B0609030804020204"/>
              </a:rPr>
              <a:t>   ...</a:t>
            </a:r>
            <a:endParaRPr lang="en-US" sz="1800">
              <a:solidFill>
                <a:schemeClr val="accent1">
                  <a:lumMod val="75000"/>
                </a:schemeClr>
              </a:solidFill>
              <a:latin typeface="Noto Mono" panose="020B0609030804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9FB36-17DF-5233-DF6A-438959824D1B}"/>
              </a:ext>
            </a:extLst>
          </p:cNvPr>
          <p:cNvSpPr txBox="1"/>
          <p:nvPr/>
        </p:nvSpPr>
        <p:spPr>
          <a:xfrm>
            <a:off x="5796337" y="2779261"/>
            <a:ext cx="6400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mustAck</a:t>
            </a:r>
            <a:r>
              <a:rPr lang="en-US" sz="1800">
                <a:latin typeface="Noto Mono" panose="020B0609030804020204"/>
              </a:rPr>
              <a:t>&gt;false&lt;/</a:t>
            </a:r>
            <a:r>
              <a:rPr lang="en-US" sz="1800" err="1">
                <a:latin typeface="Noto Mono" panose="020B0609030804020204"/>
              </a:rPr>
              <a:t>mustAck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messageID</a:t>
            </a:r>
            <a:r>
              <a:rPr lang="en-US" sz="1800">
                <a:latin typeface="Noto Mono" panose="020B0609030804020204"/>
              </a:rPr>
              <a:t>&gt;1&lt;/</a:t>
            </a:r>
            <a:r>
              <a:rPr lang="en-US" sz="1800" err="1">
                <a:latin typeface="Noto Mono" panose="020B0609030804020204"/>
              </a:rPr>
              <a:t>messageID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sourceLat</a:t>
            </a:r>
            <a:r>
              <a:rPr lang="en-US" sz="1800">
                <a:latin typeface="Noto Mono" panose="020B0609030804020204"/>
              </a:rPr>
              <a:t>&gt;41.0&lt;/</a:t>
            </a:r>
            <a:r>
              <a:rPr lang="en-US" sz="1800" err="1">
                <a:latin typeface="Noto Mono" panose="020B0609030804020204"/>
              </a:rPr>
              <a:t>sourceLat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sourceLon</a:t>
            </a:r>
            <a:r>
              <a:rPr lang="en-US" sz="1800">
                <a:latin typeface="Noto Mono" panose="020B0609030804020204"/>
              </a:rPr>
              <a:t>&gt;-70.0&lt;/</a:t>
            </a:r>
            <a:r>
              <a:rPr lang="en-US" sz="1800" err="1">
                <a:latin typeface="Noto Mono" panose="020B0609030804020204"/>
              </a:rPr>
              <a:t>sourceLon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sourceElev</a:t>
            </a:r>
            <a:r>
              <a:rPr lang="en-US" sz="1800">
                <a:latin typeface="Noto Mono" panose="020B0609030804020204"/>
              </a:rPr>
              <a:t>&gt;400&lt;/</a:t>
            </a:r>
            <a:r>
              <a:rPr lang="en-US" sz="1800" err="1">
                <a:latin typeface="Noto Mono" panose="020B0609030804020204"/>
              </a:rPr>
              <a:t>sourceElev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trackNum</a:t>
            </a:r>
            <a:r>
              <a:rPr lang="en-US" sz="1800">
                <a:latin typeface="Noto Mono" panose="020B0609030804020204"/>
              </a:rPr>
              <a:t>&gt;UU777&lt;/</a:t>
            </a:r>
            <a:r>
              <a:rPr lang="en-US" sz="1800" err="1">
                <a:latin typeface="Noto Mono" panose="020B0609030804020204"/>
              </a:rPr>
              <a:t>trackNum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&lt;time&gt;01:02:01&lt;/time&gt;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lat</a:t>
            </a:r>
            <a:r>
              <a:rPr lang="en-US" sz="1800">
                <a:latin typeface="Noto Mono" panose="020B0609030804020204"/>
              </a:rPr>
              <a:t>&gt;41.1&lt;/</a:t>
            </a:r>
            <a:r>
              <a:rPr lang="en-US" sz="1800" err="1">
                <a:latin typeface="Noto Mono" panose="020B0609030804020204"/>
              </a:rPr>
              <a:t>lat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lon</a:t>
            </a:r>
            <a:r>
              <a:rPr lang="en-US" sz="1800">
                <a:latin typeface="Noto Mono" panose="020B0609030804020204"/>
              </a:rPr>
              <a:t>&gt;-69.9&lt;/</a:t>
            </a:r>
            <a:r>
              <a:rPr lang="en-US" sz="1800" err="1">
                <a:latin typeface="Noto Mono" panose="020B0609030804020204"/>
              </a:rPr>
              <a:t>lon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elev</a:t>
            </a:r>
            <a:r>
              <a:rPr lang="en-US" sz="1800">
                <a:latin typeface="Noto Mono" panose="020B0609030804020204"/>
              </a:rPr>
              <a:t>&gt;350&lt;/</a:t>
            </a:r>
            <a:r>
              <a:rPr lang="en-US" sz="1800" err="1">
                <a:latin typeface="Noto Mono" panose="020B0609030804020204"/>
              </a:rPr>
              <a:t>elev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lang="en-US" sz="1800">
                <a:latin typeface="Noto Mono" panose="020B0609030804020204"/>
              </a:rPr>
              <a:t>    &lt;</a:t>
            </a:r>
            <a:r>
              <a:rPr lang="en-US" sz="1800" err="1">
                <a:latin typeface="Noto Mono" panose="020B0609030804020204"/>
              </a:rPr>
              <a:t>pointType</a:t>
            </a:r>
            <a:r>
              <a:rPr lang="en-US" sz="1800">
                <a:latin typeface="Noto Mono" panose="020B0609030804020204"/>
              </a:rPr>
              <a:t>&gt;W&lt;/</a:t>
            </a:r>
            <a:r>
              <a:rPr lang="en-US" sz="1800" err="1">
                <a:latin typeface="Noto Mono" panose="020B0609030804020204"/>
              </a:rPr>
              <a:t>pointType</a:t>
            </a:r>
            <a:r>
              <a:rPr lang="en-US" sz="1800">
                <a:latin typeface="Noto Mono" panose="020B0609030804020204"/>
              </a:rPr>
              <a:t>&gt;</a:t>
            </a: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quality&gt;A&lt;/quality&gt;</a:t>
            </a:r>
            <a:b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</a:b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    &lt;course&gt;75&lt;/course&gt;</a:t>
            </a:r>
            <a:b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</a:b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Mono" panose="020B0609030804020204"/>
              </a:rPr>
              <a:t>    &lt;speed&gt;200&lt;/speed&gt;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479A8-878D-E414-EC6F-7D1FA9ED0895}"/>
              </a:ext>
            </a:extLst>
          </p:cNvPr>
          <p:cNvSpPr/>
          <p:nvPr/>
        </p:nvSpPr>
        <p:spPr>
          <a:xfrm>
            <a:off x="8712485" y="1054679"/>
            <a:ext cx="2958958" cy="1606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9A497-AFDA-EF84-62F9-2EB2174F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76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47330-8E34-6B2F-A89F-F5DE06DFF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3700">
                <a:ea typeface="Noto Sans"/>
              </a:rPr>
              <a:t>Time 01:02:03 (2 mins and 3 seconds after 1am)</a:t>
            </a:r>
          </a:p>
          <a:p>
            <a:pPr marL="456565" indent="-456565"/>
            <a:r>
              <a:rPr lang="en-US" sz="3700">
                <a:ea typeface="Noto Sans"/>
              </a:rPr>
              <a:t>BCD – binary coded decimal</a:t>
            </a:r>
          </a:p>
          <a:p>
            <a:pPr lvl="1"/>
            <a:r>
              <a:rPr lang="en-US">
                <a:ea typeface="Noto Sans"/>
              </a:rPr>
              <a:t>Data in hex: 0x01, 0x02, 0x03.</a:t>
            </a:r>
          </a:p>
          <a:p>
            <a:pPr marL="456565" indent="-456565"/>
            <a:r>
              <a:rPr lang="en-US" sz="3700">
                <a:ea typeface="Noto Sans"/>
              </a:rPr>
              <a:t>One hex digit == one decimal digit.</a:t>
            </a:r>
          </a:p>
          <a:p>
            <a:pPr marL="456565" indent="-456565"/>
            <a:r>
              <a:rPr lang="en-US" sz="3700">
                <a:ea typeface="Noto Sans"/>
              </a:rPr>
              <a:t>Almost like text, but only 4 bits per digit.</a:t>
            </a:r>
          </a:p>
          <a:p>
            <a:pPr marL="456565" indent="-456565"/>
            <a:r>
              <a:rPr lang="en-US" sz="3700">
                <a:ea typeface="Noto Sans"/>
              </a:rPr>
              <a:t>BCD is often used for decimal numbers representing money. Also common for dates/times. </a:t>
            </a:r>
          </a:p>
          <a:p>
            <a:pPr marL="609600" lvl="1" indent="0">
              <a:buNone/>
            </a:pPr>
            <a:endParaRPr lang="en-US">
              <a:solidFill>
                <a:srgbClr val="000000"/>
              </a:solidFill>
              <a:ea typeface="Noto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72000-AD63-BB80-A4E1-FA6B7A937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8ADA3-8502-D4BD-0162-55DE6A79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Noto Sans"/>
              </a:rPr>
              <a:t>DFDL Property </a:t>
            </a:r>
            <a:r>
              <a:rPr lang="en-US" err="1">
                <a:ea typeface="Noto Sans"/>
              </a:rPr>
              <a:t>binaryCalendarRep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47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9897E35-0FFC-EEF2-B3E7-7DD3D82C50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066800"/>
          <a:ext cx="11604625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407">
                  <a:extLst>
                    <a:ext uri="{9D8B030D-6E8A-4147-A177-3AD203B41FA5}">
                      <a16:colId xmlns:a16="http://schemas.microsoft.com/office/drawing/2014/main" val="3579995226"/>
                    </a:ext>
                  </a:extLst>
                </a:gridCol>
                <a:gridCol w="2094560">
                  <a:extLst>
                    <a:ext uri="{9D8B030D-6E8A-4147-A177-3AD203B41FA5}">
                      <a16:colId xmlns:a16="http://schemas.microsoft.com/office/drawing/2014/main" val="3722970710"/>
                    </a:ext>
                  </a:extLst>
                </a:gridCol>
                <a:gridCol w="6022024">
                  <a:extLst>
                    <a:ext uri="{9D8B030D-6E8A-4147-A177-3AD203B41FA5}">
                      <a16:colId xmlns:a16="http://schemas.microsoft.com/office/drawing/2014/main" val="4044755973"/>
                    </a:ext>
                  </a:extLst>
                </a:gridCol>
                <a:gridCol w="2960634">
                  <a:extLst>
                    <a:ext uri="{9D8B030D-6E8A-4147-A177-3AD203B41FA5}">
                      <a16:colId xmlns:a16="http://schemas.microsoft.com/office/drawing/2014/main" val="1568018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Topic(s)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3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Track message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Fill in missing parts of a schema for Track messages.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Study DFDL properties.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Learn to find things in the DFDL Spec.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Use Daffodil CLI to parse/</a:t>
                      </a:r>
                      <a:r>
                        <a:rPr lang="en-US" sz="1600" err="1"/>
                        <a:t>unparse</a:t>
                      </a:r>
                      <a:r>
                        <a:rPr lang="en-US" sz="1600"/>
                        <a:t> data to/from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Encounter different kinds of errors (SDE, PE)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32609"/>
                  </a:ext>
                </a:extLst>
              </a:tr>
              <a:tr h="130139">
                <a:tc>
                  <a:txBody>
                    <a:bodyPr/>
                    <a:lstStyle/>
                    <a:p>
                      <a:r>
                        <a:rPr lang="en-US" sz="160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Add built-in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Use Test Data Markup Language (TDML) to create test suite built into the schema project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Run TDML tests from the Daffodil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17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Improve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Add types with facets to satisfy XML ISG guidance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Well-formed and Valid vs. Malformed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Reusable types, better schema organization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/>
                        <a:t>LengthKind</a:t>
                      </a:r>
                      <a:r>
                        <a:rPr lang="en-US" sz="1600"/>
                        <a:t> 'implicit' for strings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ISG for XSD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6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Finish schema: Add Identity and Ack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Add choice of Track/Ident/Ack messages to schema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Arrays in Ack message with Stored Count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discriminators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71208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Production and 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600"/>
                        <a:t>Use daffodil-</a:t>
                      </a:r>
                      <a:r>
                        <a:rPr lang="en-US" sz="1600" err="1"/>
                        <a:t>sbt</a:t>
                      </a:r>
                      <a:r>
                        <a:rPr lang="en-US" sz="1600"/>
                        <a:t> to compile schema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600"/>
                        <a:t>Add test JUnit drivers: '</a:t>
                      </a:r>
                      <a:r>
                        <a:rPr lang="en-US" sz="1600" err="1"/>
                        <a:t>sbt</a:t>
                      </a:r>
                      <a:r>
                        <a:rPr lang="en-US" sz="1600"/>
                        <a:t> test' runs all tests.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600"/>
                        <a:t>Eliminate namespace prefixes.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600"/>
                        <a:t>Test files of messages, not just individual messages.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313188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727F97D0-CE07-52A0-68BA-D841466F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Exercises - Hands 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2F228E-9477-45D3-A700-D739CB9F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7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3E47-52F9-EB3E-50BA-2084D95B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7F4E6A-D8CF-34B6-286E-0D53C29A5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Track Message, First Cut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CB338-71D9-F8B4-2A40-42120788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94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4F07266-73AE-E326-F3F2-1CBE8636F6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066800"/>
          <a:ext cx="11604624" cy="286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192">
                  <a:extLst>
                    <a:ext uri="{9D8B030D-6E8A-4147-A177-3AD203B41FA5}">
                      <a16:colId xmlns:a16="http://schemas.microsoft.com/office/drawing/2014/main" val="124268989"/>
                    </a:ext>
                  </a:extLst>
                </a:gridCol>
                <a:gridCol w="7886432">
                  <a:extLst>
                    <a:ext uri="{9D8B030D-6E8A-4147-A177-3AD203B41FA5}">
                      <a16:colId xmlns:a16="http://schemas.microsoft.com/office/drawing/2014/main" val="2614480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Purpose/Role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20239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Explanation and some command lines to 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273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fakeTDL.dfdl.xsd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The DFDL Schema for the format</a:t>
                      </a:r>
                    </a:p>
                    <a:p>
                      <a:r>
                        <a:rPr lang="en-US"/>
                        <a:t>Partial - We will fill in missing fields and properties.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87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test_track_good_01.dat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file with good track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test_track_good_01.xml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result of parsing test_track_good_01.dat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79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test_track_bad_01.dat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file with bad track message (too short)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12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test_track_bad_02.xml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XML file with bad </a:t>
                      </a:r>
                      <a:r>
                        <a:rPr lang="en-US" err="1"/>
                        <a:t>infoset</a:t>
                      </a:r>
                      <a:r>
                        <a:rPr lang="en-US"/>
                        <a:t> values (for </a:t>
                      </a:r>
                      <a:r>
                        <a:rPr lang="en-US" err="1"/>
                        <a:t>unparse</a:t>
                      </a:r>
                      <a:r>
                        <a:rPr lang="en-US"/>
                        <a:t> test)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646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07953A5-2876-7FB3-3909-28D31E5E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Lab01 - a First Cut Schema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6D2F5-762F-F5B3-5C3B-E76E41E26C4F}"/>
              </a:ext>
            </a:extLst>
          </p:cNvPr>
          <p:cNvSpPr txBox="1"/>
          <p:nvPr/>
        </p:nvSpPr>
        <p:spPr>
          <a:xfrm>
            <a:off x="304800" y="4864162"/>
            <a:ext cx="5452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"/>
              </a:rPr>
              <a:t>Using the Daffodil Command Line Interface (CLI)</a:t>
            </a:r>
          </a:p>
          <a:p>
            <a:r>
              <a:rPr lang="en-US">
                <a:hlinkClick r:id=""/>
              </a:rPr>
              <a:t>See: https://daffodil.apache.org/cli/</a:t>
            </a:r>
            <a:endParaRPr lang="en-US">
              <a:ea typeface="Noto Sans"/>
              <a:hlinkClick r:id="rId2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4D8A-AC8C-E760-7CA9-76BB1E39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D90A9-001A-44D9-B2D5-9D532299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".dfdl.xsd" file name convention for DFDL schemas</a:t>
            </a:r>
          </a:p>
          <a:p>
            <a:r>
              <a:rPr lang="en-US" sz="3200"/>
              <a:t>default namespace is </a:t>
            </a:r>
            <a:r>
              <a:rPr lang="en-US" sz="3200" err="1"/>
              <a:t>XMLSchema</a:t>
            </a:r>
            <a:endParaRPr lang="en-US" sz="3200"/>
          </a:p>
          <a:p>
            <a:pPr lvl="1"/>
            <a:r>
              <a:rPr lang="en-US" sz="2800"/>
              <a:t>avoid having to type/read "</a:t>
            </a:r>
            <a:r>
              <a:rPr lang="en-US" sz="2800" err="1"/>
              <a:t>xs</a:t>
            </a:r>
            <a:r>
              <a:rPr lang="en-US" sz="2800"/>
              <a:t>:" in front of all the keywords</a:t>
            </a:r>
          </a:p>
          <a:p>
            <a:r>
              <a:rPr lang="en-US" sz="3200"/>
              <a:t>target namespace </a:t>
            </a:r>
          </a:p>
          <a:p>
            <a:pPr lvl="1"/>
            <a:r>
              <a:rPr lang="en-US" sz="2667"/>
              <a:t>"</a:t>
            </a:r>
            <a:r>
              <a:rPr lang="en-US" sz="2667" err="1"/>
              <a:t>fakeTDL</a:t>
            </a:r>
            <a:r>
              <a:rPr lang="en-US" sz="2667"/>
              <a:t>:" namespace prefix</a:t>
            </a:r>
            <a:endParaRPr lang="en-US" sz="3200"/>
          </a:p>
          <a:p>
            <a:r>
              <a:rPr lang="en-US" sz="3200" err="1"/>
              <a:t>dfdl:format</a:t>
            </a:r>
            <a:r>
              <a:rPr lang="en-US" sz="3200"/>
              <a:t> extends from </a:t>
            </a:r>
            <a:r>
              <a:rPr lang="en-US" sz="3200" err="1"/>
              <a:t>DFDLGeneralFormat</a:t>
            </a:r>
            <a:endParaRPr lang="en-US" sz="3200"/>
          </a:p>
          <a:p>
            <a:pPr lvl="1"/>
            <a:r>
              <a:rPr lang="en-US" sz="2800"/>
              <a:t>applies to the whole file</a:t>
            </a:r>
          </a:p>
          <a:p>
            <a:r>
              <a:rPr lang="en-US" sz="3200" err="1"/>
              <a:t>fakeTDL</a:t>
            </a:r>
            <a:r>
              <a:rPr lang="en-US" sz="3200"/>
              <a:t> - global root element (one liner)</a:t>
            </a:r>
          </a:p>
          <a:p>
            <a:r>
              <a:rPr lang="en-US" sz="3200" err="1"/>
              <a:t>trackMessageType</a:t>
            </a:r>
            <a:r>
              <a:rPr lang="en-US" sz="3200"/>
              <a:t> - contains fields of track msg</a:t>
            </a:r>
          </a:p>
          <a:p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7EEC-7A9C-4F30-1CC7-46F8680B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D86AD5-0275-23BC-3C57-200409D2B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fakeTDL.dfdl.xsd</a:t>
            </a:r>
          </a:p>
        </p:txBody>
      </p:sp>
    </p:spTree>
    <p:extLst>
      <p:ext uri="{BB962C8B-B14F-4D97-AF65-F5344CB8AC3E}">
        <p14:creationId xmlns:p14="http://schemas.microsoft.com/office/powerpoint/2010/main" val="507638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DB2A4-5B03-0E73-5F3A-A018BB105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initiator</a:t>
            </a:r>
          </a:p>
          <a:p>
            <a:r>
              <a:rPr lang="en-US" err="1"/>
              <a:t>lengthKind</a:t>
            </a:r>
            <a:r>
              <a:rPr lang="en-US"/>
              <a:t> 'explicit' (Section 12.3.1)</a:t>
            </a:r>
          </a:p>
          <a:p>
            <a:r>
              <a:rPr lang="en-US"/>
              <a:t>length</a:t>
            </a:r>
          </a:p>
          <a:p>
            <a:r>
              <a:rPr lang="en-US" err="1"/>
              <a:t>binaryCalendarRep</a:t>
            </a:r>
            <a:endParaRPr lang="en-US"/>
          </a:p>
          <a:p>
            <a:r>
              <a:rPr lang="en-US" err="1"/>
              <a:t>calendarPattern</a:t>
            </a:r>
            <a:endParaRPr lang="en-US"/>
          </a:p>
          <a:p>
            <a:r>
              <a:rPr lang="en-US" err="1"/>
              <a:t>calendarPatternKind</a:t>
            </a:r>
            <a:endParaRPr lang="en-US"/>
          </a:p>
          <a:p>
            <a:r>
              <a:rPr lang="en-US" err="1"/>
              <a:t>lengthKind</a:t>
            </a:r>
            <a:r>
              <a:rPr lang="en-US"/>
              <a:t> 'implicit' (Section 12.3.3)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D0178-35C5-CE46-C59D-58FB7A47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EE2D24-7B63-3BEA-88B7-3290DF45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of DFDL Properties from Lab01</a:t>
            </a:r>
          </a:p>
        </p:txBody>
      </p:sp>
    </p:spTree>
    <p:extLst>
      <p:ext uri="{BB962C8B-B14F-4D97-AF65-F5344CB8AC3E}">
        <p14:creationId xmlns:p14="http://schemas.microsoft.com/office/powerpoint/2010/main" val="2148763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7D818-AD8C-4D00-950A-7E777DC50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25853"/>
            <a:ext cx="11605067" cy="59698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6565" indent="-456565"/>
            <a:r>
              <a:rPr lang="en-US"/>
              <a:t>Schema Definition Error</a:t>
            </a:r>
          </a:p>
          <a:p>
            <a:pPr marL="989965" lvl="1" indent="-380365"/>
            <a:r>
              <a:rPr lang="en-US"/>
              <a:t>the DFDL schema has an error – so it is not meaningful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detected at schema compilation time (before parse/</a:t>
            </a:r>
            <a:r>
              <a:rPr lang="en-US" err="1"/>
              <a:t>unparse</a:t>
            </a:r>
            <a:r>
              <a:rPr lang="en-US"/>
              <a:t> begins)</a:t>
            </a:r>
            <a:endParaRPr lang="en-US">
              <a:ea typeface="Noto Sans"/>
            </a:endParaRPr>
          </a:p>
          <a:p>
            <a:pPr marL="456565" indent="-456565"/>
            <a:r>
              <a:rPr lang="en-US"/>
              <a:t>Parse Error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the data has an error or doesn't match the schema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causes backtracking</a:t>
            </a:r>
          </a:p>
          <a:p>
            <a:pPr marL="1523352" lvl="2" indent="-380365"/>
            <a:r>
              <a:rPr lang="en-US"/>
              <a:t>try other choice alternatives</a:t>
            </a:r>
            <a:endParaRPr lang="en-US">
              <a:ea typeface="Noto Sans"/>
            </a:endParaRPr>
          </a:p>
          <a:p>
            <a:pPr marL="1523352" lvl="2" indent="-380365"/>
            <a:r>
              <a:rPr lang="en-US"/>
              <a:t>optional elements/variable-length array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only fatal if there are no alternatives for the parser to try</a:t>
            </a:r>
            <a:endParaRPr lang="en-US">
              <a:ea typeface="Noto Sans"/>
            </a:endParaRPr>
          </a:p>
          <a:p>
            <a:pPr marL="456565" indent="-456565"/>
            <a:r>
              <a:rPr lang="en-US"/>
              <a:t>Unparse Error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always fatal - unparsing fails</a:t>
            </a:r>
            <a:endParaRPr lang="en-US">
              <a:ea typeface="Noto Sa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676577-F718-4124-9842-9AAC278D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Different Kinds of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F61DA-29D2-1C08-47CF-52BE5FF2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3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E636-1CA2-DBFE-EAD3-F02C4DD7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Lab02 - TEST/QA for DFDL Schemas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C2CBE-2680-A5AB-BE9C-546E5411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DFDL Schema Built-in-Self-Test (BIST) </a:t>
            </a:r>
          </a:p>
          <a:p>
            <a:r>
              <a:rPr lang="en-US"/>
              <a:t>using Test Data Markup Language (TDML)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DDA5-D590-E7E0-9E79-49C5F04A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93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1D17-63CF-42A0-A03E-736DA156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Essential to test and debug the DFDL schema before deployment</a:t>
            </a:r>
          </a:p>
          <a:p>
            <a:endParaRPr lang="en-US" dirty="0"/>
          </a:p>
          <a:p>
            <a:r>
              <a:rPr lang="en-US" dirty="0"/>
              <a:t>Debug of problems easier "off box"</a:t>
            </a:r>
          </a:p>
          <a:p>
            <a:endParaRPr lang="en-US" dirty="0"/>
          </a:p>
          <a:p>
            <a:r>
              <a:rPr lang="en-US" dirty="0"/>
              <a:t>Every DFDL Schema project should have built-in testing</a:t>
            </a:r>
          </a:p>
          <a:p>
            <a:endParaRPr lang="en-US" dirty="0"/>
          </a:p>
          <a:p>
            <a:r>
              <a:rPr lang="en-US" dirty="0"/>
              <a:t>Easy &amp; uniform means to add new tests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693995-BD86-40A2-A531-571FA721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Built-In TDML Self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EAA2B-EF3E-FAA6-B688-0C709073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95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FF3021-355B-4D63-94E8-631A73BAA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XML syntax for writing (and managing) DFDL tests</a:t>
            </a:r>
          </a:p>
          <a:p>
            <a:pPr lvl="1"/>
            <a:r>
              <a:rPr lang="en-US" err="1"/>
              <a:t>parserTestCase</a:t>
            </a:r>
            <a:endParaRPr lang="en-US"/>
          </a:p>
          <a:p>
            <a:pPr lvl="1"/>
            <a:r>
              <a:rPr lang="en-US" err="1"/>
              <a:t>unparserTestCase</a:t>
            </a:r>
            <a:endParaRPr lang="en-US"/>
          </a:p>
          <a:p>
            <a:pPr lvl="1"/>
            <a:r>
              <a:rPr lang="en-US"/>
              <a:t>Test cases can be positive or negative (expect errors of various kinds)</a:t>
            </a:r>
          </a:p>
          <a:p>
            <a:pPr lvl="1"/>
            <a:endParaRPr lang="en-US"/>
          </a:p>
          <a:p>
            <a:r>
              <a:rPr lang="en-US"/>
              <a:t>A TDML file glues together</a:t>
            </a:r>
          </a:p>
          <a:p>
            <a:pPr lvl="1"/>
            <a:r>
              <a:rPr lang="en-US"/>
              <a:t>DFDL schema</a:t>
            </a:r>
          </a:p>
          <a:p>
            <a:pPr lvl="1"/>
            <a:r>
              <a:rPr lang="en-US"/>
              <a:t>test data</a:t>
            </a:r>
          </a:p>
          <a:p>
            <a:pPr lvl="1"/>
            <a:r>
              <a:rPr lang="en-US"/>
              <a:t>test infoset (XML)</a:t>
            </a:r>
          </a:p>
          <a:p>
            <a:pPr lvl="1"/>
            <a:r>
              <a:rPr lang="en-US"/>
              <a:t>list of expected warnings</a:t>
            </a:r>
          </a:p>
          <a:p>
            <a:pPr lvl="1"/>
            <a:r>
              <a:rPr lang="en-US"/>
              <a:t>list of expected errors (for negative tests)</a:t>
            </a:r>
          </a:p>
          <a:p>
            <a:endParaRPr lang="en-US"/>
          </a:p>
          <a:p>
            <a:r>
              <a:rPr lang="en-US"/>
              <a:t>TDML Doc Link: </a:t>
            </a:r>
            <a:r>
              <a:rPr lang="en-US">
                <a:hlinkClick r:id="rId2"/>
              </a:rPr>
              <a:t>https://daffodil.apache.org/tdml/</a:t>
            </a:r>
            <a:endParaRPr lang="en-US"/>
          </a:p>
          <a:p>
            <a:r>
              <a:rPr lang="en-US"/>
              <a:t>XML Schema for TDML:</a:t>
            </a:r>
          </a:p>
          <a:p>
            <a:pPr lvl="1"/>
            <a:r>
              <a:rPr lang="en-US">
                <a:hlinkClick r:id="rId3"/>
              </a:rPr>
              <a:t>https://s.apache.org/daffodil-tdml.xsd</a:t>
            </a:r>
            <a:endParaRPr lang="en-US"/>
          </a:p>
          <a:p>
            <a:pPr lvl="1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544FE0-1378-44DC-98B4-E43C4170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Data Markup Language (TDML)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EED34-2ED0-758F-EBBC-3AAF5294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2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2C753-978B-AA5F-516B-657786E6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/>
              <a:t>Run the test suite of positive and negative test cases using the daffodil CLI</a:t>
            </a:r>
          </a:p>
          <a:p>
            <a:pPr marL="456565" indent="-456565"/>
            <a:endParaRPr lang="en-US">
              <a:ea typeface="Noto Sans"/>
            </a:endParaRPr>
          </a:p>
          <a:p>
            <a:pPr marL="456565" indent="-456565"/>
            <a:r>
              <a:rPr lang="en-US"/>
              <a:t>A quick lab. </a:t>
            </a:r>
            <a:endParaRPr lang="en-US">
              <a:ea typeface="Noto Sans"/>
            </a:endParaRPr>
          </a:p>
          <a:p>
            <a:pPr marL="989965" lvl="1" indent="-380365"/>
            <a:r>
              <a:rPr lang="en-US"/>
              <a:t>Just review and try out TDML testing.</a:t>
            </a:r>
          </a:p>
          <a:p>
            <a:pPr marL="989965" lvl="1" indent="-380365"/>
            <a:endParaRPr lang="en-US">
              <a:ea typeface="Noto Sans"/>
            </a:endParaRPr>
          </a:p>
          <a:p>
            <a:pPr marL="456579" indent="-380365"/>
            <a:r>
              <a:rPr lang="en-US">
                <a:ea typeface="Noto Sans"/>
              </a:rPr>
              <a:t>We will add more tests as we enhance the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EDD72-1741-EDC7-1312-F17295D1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32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A093E6-587F-2CE0-6A83-5C29D760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Lab02 - Using TDML	</a:t>
            </a:r>
          </a:p>
        </p:txBody>
      </p:sp>
    </p:spTree>
    <p:extLst>
      <p:ext uri="{BB962C8B-B14F-4D97-AF65-F5344CB8AC3E}">
        <p14:creationId xmlns:p14="http://schemas.microsoft.com/office/powerpoint/2010/main" val="3634082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2FD2-9B93-7DD7-BA41-B02EA909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Improving the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C645F-FA77-6881-22D9-B65D2F7D3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Adding validity checking.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149A9-450F-F2EC-F056-9592A6DC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7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44F438-1CB2-94D3-2A3B-FC46B820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56B69-A5E2-3B89-70C2-0565E325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34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7361E7-F307-EAFC-091F-7AE10DFC86D5}"/>
              </a:ext>
            </a:extLst>
          </p:cNvPr>
          <p:cNvSpPr/>
          <p:nvPr/>
        </p:nvSpPr>
        <p:spPr>
          <a:xfrm>
            <a:off x="8712200" y="1109133"/>
            <a:ext cx="2797866" cy="5181599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</a:rPr>
              <a:t>Malformed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DFDL Parse Fails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Can't create any XML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94B24D-6877-DD0D-8AE4-FD51D73C499D}"/>
              </a:ext>
            </a:extLst>
          </p:cNvPr>
          <p:cNvSpPr/>
          <p:nvPr/>
        </p:nvSpPr>
        <p:spPr>
          <a:xfrm>
            <a:off x="118334" y="1109133"/>
            <a:ext cx="8593866" cy="5427133"/>
          </a:xfrm>
          <a:prstGeom prst="ellipse">
            <a:avLst/>
          </a:prstGeom>
          <a:solidFill>
            <a:schemeClr val="accent3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36B97A-040A-0090-987E-1BD53A396167}"/>
              </a:ext>
            </a:extLst>
          </p:cNvPr>
          <p:cNvSpPr/>
          <p:nvPr/>
        </p:nvSpPr>
        <p:spPr>
          <a:xfrm>
            <a:off x="270734" y="1912358"/>
            <a:ext cx="5478133" cy="3664721"/>
          </a:xfrm>
          <a:prstGeom prst="ellipse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67CDED-FDE9-BC44-D882-B8B6257DB72A}"/>
              </a:ext>
            </a:extLst>
          </p:cNvPr>
          <p:cNvSpPr/>
          <p:nvPr/>
        </p:nvSpPr>
        <p:spPr>
          <a:xfrm>
            <a:off x="423134" y="2429932"/>
            <a:ext cx="2747357" cy="26295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45EF9-CD91-6380-B634-5162C85DB0A2}"/>
              </a:ext>
            </a:extLst>
          </p:cNvPr>
          <p:cNvSpPr txBox="1"/>
          <p:nvPr/>
        </p:nvSpPr>
        <p:spPr>
          <a:xfrm>
            <a:off x="6096000" y="2887133"/>
            <a:ext cx="24881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Well-Formed</a:t>
            </a:r>
          </a:p>
          <a:p>
            <a:endParaRPr lang="en-US"/>
          </a:p>
          <a:p>
            <a:r>
              <a:rPr lang="en-US"/>
              <a:t>DFDL Parse Succeeds</a:t>
            </a:r>
          </a:p>
          <a:p>
            <a:endParaRPr lang="en-US"/>
          </a:p>
          <a:p>
            <a:r>
              <a:rPr lang="en-US"/>
              <a:t>XML is Created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8BB64-DCC3-0996-DD58-499CFD505D2E}"/>
              </a:ext>
            </a:extLst>
          </p:cNvPr>
          <p:cNvSpPr txBox="1"/>
          <p:nvPr/>
        </p:nvSpPr>
        <p:spPr>
          <a:xfrm>
            <a:off x="3342575" y="3064933"/>
            <a:ext cx="2198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Valid</a:t>
            </a:r>
          </a:p>
          <a:p>
            <a:endParaRPr lang="en-US"/>
          </a:p>
          <a:p>
            <a:r>
              <a:rPr lang="en-US"/>
              <a:t>XML Schema Facet</a:t>
            </a:r>
          </a:p>
          <a:p>
            <a:r>
              <a:rPr lang="en-US"/>
              <a:t>Constraints 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26EFF-289A-AADB-954F-75629D8B62AA}"/>
              </a:ext>
            </a:extLst>
          </p:cNvPr>
          <p:cNvSpPr txBox="1"/>
          <p:nvPr/>
        </p:nvSpPr>
        <p:spPr>
          <a:xfrm>
            <a:off x="1210381" y="3499533"/>
            <a:ext cx="990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Correct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29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1981200" y="351000"/>
            <a:ext cx="8229240" cy="563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 Light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1981200" y="1066680"/>
            <a:ext cx="8229240" cy="5232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2800" spc="-1">
              <a:solidFill>
                <a:srgbClr val="23408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15C40-6685-3E99-EE14-C899AD81A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605067" cy="510540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/>
              <a:t>Malformed Data</a:t>
            </a:r>
          </a:p>
          <a:p>
            <a:pPr lvl="1"/>
            <a:r>
              <a:rPr lang="en-US" dirty="0"/>
              <a:t>DFDL Parse fails - we cannot even create XML from the data</a:t>
            </a:r>
          </a:p>
          <a:p>
            <a:pPr lvl="1"/>
            <a:endParaRPr lang="en-US" dirty="0"/>
          </a:p>
          <a:p>
            <a:r>
              <a:rPr lang="en-US" dirty="0"/>
              <a:t>Well-Formed Data</a:t>
            </a:r>
          </a:p>
          <a:p>
            <a:pPr lvl="1"/>
            <a:r>
              <a:rPr lang="en-US" dirty="0"/>
              <a:t>Can find every field's location and length</a:t>
            </a:r>
          </a:p>
          <a:p>
            <a:pPr lvl="1"/>
            <a:r>
              <a:rPr lang="en-US" dirty="0"/>
              <a:t>Can convert each field to its logical type</a:t>
            </a:r>
          </a:p>
          <a:p>
            <a:pPr lvl="1"/>
            <a:r>
              <a:rPr lang="en-US" dirty="0"/>
              <a:t>DFDL Parse can succeed</a:t>
            </a:r>
          </a:p>
          <a:p>
            <a:pPr lvl="1"/>
            <a:r>
              <a:rPr lang="en-US" dirty="0"/>
              <a:t>Can create XML from the data</a:t>
            </a:r>
          </a:p>
          <a:p>
            <a:pPr lvl="1"/>
            <a:r>
              <a:rPr lang="en-US" dirty="0"/>
              <a:t>But note: </a:t>
            </a:r>
            <a:r>
              <a:rPr lang="en-US" b="1" i="1" dirty="0"/>
              <a:t>This XML may not be valid</a:t>
            </a:r>
          </a:p>
          <a:p>
            <a:endParaRPr lang="en-US" dirty="0"/>
          </a:p>
          <a:p>
            <a:r>
              <a:rPr lang="en-US" dirty="0"/>
              <a:t>Valid Data</a:t>
            </a:r>
          </a:p>
          <a:p>
            <a:pPr lvl="1"/>
            <a:r>
              <a:rPr lang="en-US" dirty="0"/>
              <a:t>Obeys schema constraints (facets)</a:t>
            </a:r>
          </a:p>
          <a:p>
            <a:pPr lvl="2"/>
            <a:r>
              <a:rPr lang="en-US" dirty="0"/>
              <a:t>Range of numbers, dates, times, patterns of text</a:t>
            </a:r>
          </a:p>
          <a:p>
            <a:pPr lvl="1"/>
            <a:r>
              <a:rPr lang="en-US" dirty="0"/>
              <a:t>Validation usually done by separate filter step, not the DFDL Parser</a:t>
            </a:r>
          </a:p>
          <a:p>
            <a:pPr lvl="1"/>
            <a:endParaRPr lang="en-US" dirty="0"/>
          </a:p>
          <a:p>
            <a:r>
              <a:rPr lang="en-US" dirty="0"/>
              <a:t>Correct Data</a:t>
            </a:r>
          </a:p>
          <a:p>
            <a:pPr lvl="1"/>
            <a:r>
              <a:rPr lang="en-US" dirty="0"/>
              <a:t>Works in all systems/cases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5B1C2-1F9F-D3F1-09FB-DEB76476C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4338" y="6384454"/>
            <a:ext cx="508000" cy="365125"/>
          </a:xfrm>
        </p:spPr>
        <p:txBody>
          <a:bodyPr/>
          <a:lstStyle/>
          <a:p>
            <a:fld id="{E87A9C04-9BE2-4A9F-A3FE-72B96988022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E454BF-E5AB-59F2-DCBC-3D250555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>
            <a:normAutofit fontScale="90000"/>
          </a:bodyPr>
          <a:lstStyle/>
          <a:p>
            <a:r>
              <a:rPr lang="en-US"/>
              <a:t>Data Quality Concepts</a:t>
            </a:r>
          </a:p>
        </p:txBody>
      </p:sp>
    </p:spTree>
    <p:extLst>
      <p:ext uri="{BB962C8B-B14F-4D97-AF65-F5344CB8AC3E}">
        <p14:creationId xmlns:p14="http://schemas.microsoft.com/office/powerpoint/2010/main" val="10418290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A54FB-8DCA-5B8A-4B15-B3490311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6565" indent="-456565"/>
            <a:r>
              <a:rPr lang="en-US" sz="3700" dirty="0"/>
              <a:t>Will NOT pass serious scrutiny. Why?</a:t>
            </a: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It must be a good DFDL schema 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parse </a:t>
            </a:r>
            <a:r>
              <a:rPr lang="en-US" i="1" dirty="0"/>
              <a:t>well-formed</a:t>
            </a:r>
            <a:r>
              <a:rPr lang="en-US" dirty="0"/>
              <a:t> data</a:t>
            </a:r>
            <a:endParaRPr lang="en-US" dirty="0">
              <a:ea typeface="Noto Sans"/>
            </a:endParaRPr>
          </a:p>
          <a:p>
            <a:pPr marL="1676400" lvl="2" indent="-457200">
              <a:buFont typeface="Wingdings" panose="05000000000000000000" pitchFamily="2" charset="2"/>
              <a:buChar char="ü"/>
            </a:pPr>
            <a:r>
              <a:rPr lang="en-US" sz="2650" dirty="0">
                <a:solidFill>
                  <a:srgbClr val="22228B"/>
                </a:solidFill>
                <a:ea typeface="Noto Sans"/>
              </a:rPr>
              <a:t>Yes</a:t>
            </a:r>
            <a:endParaRPr lang="en-US" sz="2650" dirty="0">
              <a:ea typeface="Noto Sans"/>
            </a:endParaRPr>
          </a:p>
          <a:p>
            <a:pPr marL="989965" lvl="1" indent="-380365"/>
            <a:r>
              <a:rPr lang="en-US" sz="3100" dirty="0"/>
              <a:t>reject </a:t>
            </a:r>
            <a:r>
              <a:rPr lang="en-US" sz="3100" i="1" dirty="0"/>
              <a:t>malformed</a:t>
            </a:r>
            <a:r>
              <a:rPr lang="en-US" sz="3100" dirty="0"/>
              <a:t> data </a:t>
            </a:r>
            <a:endParaRPr lang="en-US" sz="3100" dirty="0">
              <a:solidFill>
                <a:srgbClr val="22228B"/>
              </a:solidFill>
              <a:ea typeface="Noto Sans"/>
              <a:cs typeface="Noto Sans"/>
            </a:endParaRPr>
          </a:p>
          <a:p>
            <a:pPr marL="1676400" lvl="2" indent="-457200"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rgbClr val="6A84DB"/>
                </a:solidFill>
                <a:cs typeface="Noto Sans"/>
              </a:rPr>
              <a:t>Yes: test</a:t>
            </a:r>
            <a:r>
              <a:rPr lang="en-US" sz="2600" dirty="0">
                <a:solidFill>
                  <a:srgbClr val="6A84DB"/>
                </a:solidFill>
                <a:ea typeface="+mj-lt"/>
                <a:cs typeface="+mj-lt"/>
              </a:rPr>
              <a:t>_track_bad_02 rejected the malformed time "26:99"</a:t>
            </a:r>
            <a:endParaRPr lang="en-US" sz="2600" dirty="0">
              <a:ea typeface="Noto Sans"/>
            </a:endParaRPr>
          </a:p>
          <a:p>
            <a:pPr marL="989965" lvl="1" indent="-380365"/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It also must be a good </a:t>
            </a:r>
            <a:r>
              <a:rPr lang="en-US" i="1" u="sng" dirty="0"/>
              <a:t>XML schema</a:t>
            </a:r>
            <a:endParaRPr lang="en-US" i="1" u="sng" dirty="0">
              <a:ea typeface="Noto Sans"/>
            </a:endParaRPr>
          </a:p>
          <a:p>
            <a:pPr marL="989965" lvl="1" indent="-380365"/>
            <a:r>
              <a:rPr lang="en-US" dirty="0"/>
              <a:t>tight validity constraints (facets) </a:t>
            </a:r>
          </a:p>
          <a:p>
            <a:pPr marL="989965" lvl="1" indent="-380365"/>
            <a:r>
              <a:rPr lang="en-US" dirty="0"/>
              <a:t>identify </a:t>
            </a:r>
            <a:r>
              <a:rPr lang="en-US" i="1" dirty="0"/>
              <a:t>invalid</a:t>
            </a:r>
            <a:r>
              <a:rPr lang="en-US" dirty="0"/>
              <a:t> data</a:t>
            </a:r>
          </a:p>
          <a:p>
            <a:pPr marL="989965" lvl="1" indent="-380365"/>
            <a:endParaRPr lang="en-US" dirty="0">
              <a:ea typeface="Noto Sans"/>
            </a:endParaRPr>
          </a:p>
          <a:p>
            <a:pPr marL="0" indent="0">
              <a:buNone/>
            </a:pPr>
            <a:endParaRPr lang="en-US" sz="3700" dirty="0">
              <a:ea typeface="Noto Sa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1C811C-5794-584A-20A7-987DE185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DFDL Schema so far...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6ABFB-0D36-F5A0-2AAC-322C0331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47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0E990-D0E6-B560-6A01-6C0298C3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605067" cy="5105400"/>
          </a:xfrm>
        </p:spPr>
        <p:txBody>
          <a:bodyPr>
            <a:normAutofit/>
          </a:bodyPr>
          <a:lstStyle/>
          <a:p>
            <a:r>
              <a:rPr lang="en-US"/>
              <a:t>Spec says</a:t>
            </a:r>
          </a:p>
          <a:p>
            <a:pPr lvl="1"/>
            <a:r>
              <a:rPr lang="en-US"/>
              <a:t>1 character </a:t>
            </a:r>
          </a:p>
          <a:p>
            <a:pPr lvl="1"/>
            <a:r>
              <a:rPr lang="en-US"/>
              <a:t>S, W, E - for start, waypoint, or end of track</a:t>
            </a:r>
          </a:p>
          <a:p>
            <a:endParaRPr lang="en-US"/>
          </a:p>
          <a:p>
            <a:r>
              <a:rPr lang="en-US"/>
              <a:t>As of Lab02, the schema has only:</a:t>
            </a:r>
          </a:p>
          <a:p>
            <a:pPr marL="533386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&lt;element name="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pointType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" type="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xs:string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marL="533386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dfdl:lengthKind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="explicit"</a:t>
            </a:r>
          </a:p>
          <a:p>
            <a:pPr marL="533386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dfdl:length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="1"&gt;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A38BE7-8EEA-A755-1DBE-AEAD1A86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4338" y="6384454"/>
            <a:ext cx="508000" cy="365125"/>
          </a:xfrm>
        </p:spPr>
        <p:txBody>
          <a:bodyPr/>
          <a:lstStyle/>
          <a:p>
            <a:fld id="{E87A9C04-9BE2-4A9F-A3FE-72B96988022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17218E-6CB4-5F39-1C10-CAE58E67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>
            <a:normAutofit fontScale="90000"/>
          </a:bodyPr>
          <a:lstStyle/>
          <a:p>
            <a:r>
              <a:rPr lang="en-US" err="1"/>
              <a:t>FakeTDL</a:t>
            </a:r>
            <a:r>
              <a:rPr lang="en-US"/>
              <a:t> </a:t>
            </a:r>
            <a:r>
              <a:rPr lang="en-US" err="1"/>
              <a:t>pointType</a:t>
            </a:r>
            <a:r>
              <a:rPr lang="en-US"/>
              <a:t> Field</a:t>
            </a:r>
          </a:p>
        </p:txBody>
      </p:sp>
    </p:spTree>
    <p:extLst>
      <p:ext uri="{BB962C8B-B14F-4D97-AF65-F5344CB8AC3E}">
        <p14:creationId xmlns:p14="http://schemas.microsoft.com/office/powerpoint/2010/main" val="270161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0E990-D0E6-B560-6A01-6C0298C3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22" y="1066800"/>
            <a:ext cx="11632945" cy="510540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456565" indent="-456565"/>
            <a:r>
              <a:rPr lang="en-US"/>
              <a:t>Improved schema will have...</a:t>
            </a:r>
          </a:p>
          <a:p>
            <a:pPr marL="456565" indent="-456565"/>
            <a:endParaRPr lang="en-US">
              <a:ea typeface="Noto Sans"/>
            </a:endParaRP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&lt;element name="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pointType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" type="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fakeTDL:</a:t>
            </a:r>
            <a:r>
              <a:rPr lang="en-US" b="1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trackPointType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marL="0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 name="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trackPointType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dfdl:lengthKind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="explicit" 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dfdl:length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="1"&gt;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&lt;restriction base="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xs:string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  &lt;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minLength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 value="1"/&gt;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  &lt;</a:t>
            </a:r>
            <a:r>
              <a:rPr lang="en-US" sz="3700" b="1" err="1">
                <a:latin typeface="Courier New" panose="02070309020205020404" pitchFamily="49" charset="0"/>
                <a:cs typeface="Courier New" panose="02070309020205020404" pitchFamily="49" charset="0"/>
              </a:rPr>
              <a:t>maxLength</a:t>
            </a: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 value="1"/&gt;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value="S"/&gt;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value="W"/&gt;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value="E"/&gt;</a:t>
            </a:r>
          </a:p>
          <a:p>
            <a:pPr marL="0" indent="0">
              <a:buNone/>
            </a:pPr>
            <a:r>
              <a:rPr lang="en-US" sz="3700" b="1">
                <a:latin typeface="Courier New" panose="02070309020205020404" pitchFamily="49" charset="0"/>
                <a:cs typeface="Courier New" panose="02070309020205020404" pitchFamily="49" charset="0"/>
              </a:rPr>
              <a:t>  &lt;/restriction&gt;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17218E-6CB4-5F39-1C10-CAE58E67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</a:t>
            </a:r>
            <a:r>
              <a:rPr lang="en-US" err="1"/>
              <a:t>pointType</a:t>
            </a:r>
            <a:r>
              <a:rPr lang="en-US"/>
              <a:t> Field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A38BE7-8EEA-A755-1DBE-AEAD1A86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7AF61C8-2316-6E32-70DB-09B09DD63004}"/>
              </a:ext>
            </a:extLst>
          </p:cNvPr>
          <p:cNvGrpSpPr/>
          <p:nvPr/>
        </p:nvGrpSpPr>
        <p:grpSpPr>
          <a:xfrm>
            <a:off x="5559698" y="3532744"/>
            <a:ext cx="3290046" cy="1736333"/>
            <a:chOff x="5280917" y="3226085"/>
            <a:chExt cx="3290046" cy="1736333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D9269BFA-16AF-E4C0-0615-298FB9D1758F}"/>
                </a:ext>
              </a:extLst>
            </p:cNvPr>
            <p:cNvSpPr/>
            <p:nvPr/>
          </p:nvSpPr>
          <p:spPr>
            <a:xfrm>
              <a:off x="5280917" y="3226085"/>
              <a:ext cx="606175" cy="1736333"/>
            </a:xfrm>
            <a:prstGeom prst="rightBrac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009F80-8784-E5B0-746D-AC3568C61278}"/>
                </a:ext>
              </a:extLst>
            </p:cNvPr>
            <p:cNvSpPr txBox="1"/>
            <p:nvPr/>
          </p:nvSpPr>
          <p:spPr>
            <a:xfrm>
              <a:off x="6199801" y="3832641"/>
              <a:ext cx="23711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XSD "Facets"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9824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0E990-D0E6-B560-6A01-6C0298C3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735164" cy="51054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6565" indent="-456565"/>
            <a:r>
              <a:rPr lang="en-US" sz="3700" dirty="0"/>
              <a:t>minor additional improvement </a:t>
            </a:r>
          </a:p>
          <a:p>
            <a:pPr marL="989965" lvl="1" indent="-380365"/>
            <a:r>
              <a:rPr lang="en-US" dirty="0"/>
              <a:t> removes a bit of redundancy</a:t>
            </a:r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name="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 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dfdl:lengthKind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="implicit"&gt;</a:t>
            </a:r>
            <a:endParaRPr lang="en-US" b="1" dirty="0">
              <a:latin typeface="Courier New" panose="02070309020205020404" pitchFamily="49" charset="0"/>
              <a:ea typeface="Noto Sans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&lt;restriction base="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xs:string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minLength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value="1"/&gt;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maxLength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value="1"/&gt;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value="S"/&gt;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value="W"/&gt;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&lt;enumeration value="E"/&gt;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&lt;/restriction&gt;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17218E-6CB4-5F39-1C10-CAE58E67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FakeTDL</a:t>
            </a:r>
            <a:r>
              <a:rPr lang="en-US"/>
              <a:t> </a:t>
            </a:r>
            <a:r>
              <a:rPr lang="en-US" err="1"/>
              <a:t>pointType</a:t>
            </a:r>
            <a:r>
              <a:rPr lang="en-US"/>
              <a:t> Field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69E8BC-F8DD-957B-F02E-70C4F0CFDBD5}"/>
              </a:ext>
            </a:extLst>
          </p:cNvPr>
          <p:cNvSpPr/>
          <p:nvPr/>
        </p:nvSpPr>
        <p:spPr>
          <a:xfrm>
            <a:off x="5247549" y="2417428"/>
            <a:ext cx="4370584" cy="517099"/>
          </a:xfrm>
          <a:prstGeom prst="rect">
            <a:avLst/>
          </a:prstGeom>
          <a:noFill/>
          <a:ln>
            <a:solidFill>
              <a:srgbClr val="4FDE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CE344-A366-1F36-EBAE-E26B4A3C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39</a:t>
            </a:fld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1BD021-E3B6-7404-BB6A-1A359BA061D7}"/>
              </a:ext>
            </a:extLst>
          </p:cNvPr>
          <p:cNvCxnSpPr>
            <a:cxnSpLocks/>
          </p:cNvCxnSpPr>
          <p:nvPr/>
        </p:nvCxnSpPr>
        <p:spPr>
          <a:xfrm flipH="1">
            <a:off x="4757716" y="3133806"/>
            <a:ext cx="3202258" cy="485694"/>
          </a:xfrm>
          <a:prstGeom prst="straightConnector1">
            <a:avLst/>
          </a:prstGeom>
          <a:ln w="28575">
            <a:solidFill>
              <a:srgbClr val="4FDE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846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E636-1CA2-DBFE-EAD3-F02C4DD7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C2CBE-2680-A5AB-BE9C-546E5411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Improving the Track Message Schema</a:t>
            </a:r>
          </a:p>
          <a:p>
            <a:r>
              <a:rPr lang="en-US" sz="2650">
                <a:ea typeface="Noto Sans"/>
              </a:rPr>
              <a:t>Adding Types with Validation Facets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DDA5-D590-E7E0-9E79-49C5F04A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90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3315F0-5970-9EB1-6849-E278E8C16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Change schema to define simple types with facets for all fields. </a:t>
            </a:r>
          </a:p>
          <a:p>
            <a:pPr lvl="1"/>
            <a:r>
              <a:rPr lang="en-US"/>
              <a:t>Test on well-formed, but invalid data, to get validation errors</a:t>
            </a:r>
          </a:p>
          <a:p>
            <a:pPr lvl="1"/>
            <a:r>
              <a:rPr lang="en-US"/>
              <a:t>Modify test suite to expect validation errors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2DD454-B940-777F-FBFA-9268F28B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Lab03 exercises 	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5D3B0-E274-0870-FBE5-85B5E87D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45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BE151-0621-A26C-B8C0-1D70D89BC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XSD </a:t>
            </a:r>
            <a:r>
              <a:rPr lang="en-US" err="1"/>
              <a:t>simpleType</a:t>
            </a:r>
            <a:r>
              <a:rPr lang="en-US"/>
              <a:t> definitions</a:t>
            </a:r>
          </a:p>
          <a:p>
            <a:pPr lvl="1"/>
            <a:r>
              <a:rPr lang="en-US"/>
              <a:t>referenced from elements</a:t>
            </a:r>
          </a:p>
          <a:p>
            <a:pPr lvl="1"/>
            <a:r>
              <a:rPr lang="en-US"/>
              <a:t>restrictions added to base type</a:t>
            </a:r>
          </a:p>
          <a:p>
            <a:pPr lvl="1"/>
            <a:r>
              <a:rPr lang="en-US"/>
              <a:t>units of measure - naming convention</a:t>
            </a:r>
          </a:p>
          <a:p>
            <a:pPr lvl="2"/>
            <a:r>
              <a:rPr lang="en-US" err="1"/>
              <a:t>latitude_degrees</a:t>
            </a:r>
            <a:r>
              <a:rPr lang="en-US"/>
              <a:t>, elevation_25FeetMSL</a:t>
            </a:r>
          </a:p>
          <a:p>
            <a:pPr lvl="1"/>
            <a:r>
              <a:rPr lang="en-US"/>
              <a:t>share common definitions</a:t>
            </a:r>
          </a:p>
          <a:p>
            <a:r>
              <a:rPr lang="en-US"/>
              <a:t>XSD facets</a:t>
            </a:r>
          </a:p>
          <a:p>
            <a:pPr lvl="1"/>
            <a:r>
              <a:rPr lang="en-US" err="1"/>
              <a:t>minLength</a:t>
            </a:r>
            <a:r>
              <a:rPr lang="en-US"/>
              <a:t>, </a:t>
            </a:r>
            <a:r>
              <a:rPr lang="en-US" err="1"/>
              <a:t>maxLength</a:t>
            </a:r>
            <a:r>
              <a:rPr lang="en-US"/>
              <a:t> - strings</a:t>
            </a:r>
          </a:p>
          <a:p>
            <a:pPr lvl="1"/>
            <a:r>
              <a:rPr lang="en-US"/>
              <a:t>pattern (a regular expression)</a:t>
            </a:r>
          </a:p>
          <a:p>
            <a:pPr lvl="1"/>
            <a:r>
              <a:rPr lang="en-US" err="1"/>
              <a:t>minInclusive</a:t>
            </a:r>
            <a:r>
              <a:rPr lang="en-US"/>
              <a:t>, </a:t>
            </a:r>
            <a:r>
              <a:rPr lang="en-US" err="1"/>
              <a:t>maxInclusive</a:t>
            </a:r>
            <a:r>
              <a:rPr lang="en-US"/>
              <a:t> - numbers</a:t>
            </a:r>
          </a:p>
          <a:p>
            <a:pPr lvl="1"/>
            <a:r>
              <a:rPr lang="en-US"/>
              <a:t>enumeration - any simple type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E86F4-D85E-4397-8868-689687DF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176580-664E-A23D-7B6F-02ED6BB9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DFDL Properties and XSD Facets</a:t>
            </a:r>
          </a:p>
        </p:txBody>
      </p:sp>
    </p:spTree>
    <p:extLst>
      <p:ext uri="{BB962C8B-B14F-4D97-AF65-F5344CB8AC3E}">
        <p14:creationId xmlns:p14="http://schemas.microsoft.com/office/powerpoint/2010/main" val="3404569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4952-6116-9429-155A-F0C29CF3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Message Types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2D1C9-68D7-57DC-730C-D9335BD71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Arrays, Choices, Points of Uncertainty, Discriminators</a:t>
            </a:r>
            <a:endParaRPr lang="en-US"/>
          </a:p>
          <a:p>
            <a:r>
              <a:rPr lang="en-US" sz="2800"/>
              <a:t>Testing Files of Messages</a:t>
            </a:r>
            <a:endParaRPr lang="en-US" sz="2800">
              <a:ea typeface="Noto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F1B2-AA6E-1CDF-6283-6571AAD2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681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95A89-F59B-B665-BA30-178B36E3E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Add </a:t>
            </a:r>
            <a:r>
              <a:rPr lang="en-US" err="1"/>
              <a:t>FakeTDL</a:t>
            </a:r>
            <a:r>
              <a:rPr lang="en-US"/>
              <a:t> Identity and Ack messages</a:t>
            </a:r>
          </a:p>
          <a:p>
            <a:pPr lvl="1"/>
            <a:r>
              <a:rPr lang="en-US"/>
              <a:t>Regex XSD ISG guidance</a:t>
            </a:r>
          </a:p>
          <a:p>
            <a:pPr lvl="1"/>
            <a:r>
              <a:rPr lang="en-US"/>
              <a:t>Arrays with stored counts</a:t>
            </a:r>
          </a:p>
          <a:p>
            <a:pPr lvl="2"/>
            <a:r>
              <a:rPr lang="en-US" err="1"/>
              <a:t>dfdl:occursCountKind</a:t>
            </a:r>
            <a:r>
              <a:rPr lang="en-US"/>
              <a:t> 'expression'</a:t>
            </a:r>
          </a:p>
          <a:p>
            <a:r>
              <a:rPr lang="en-US"/>
              <a:t>Choice </a:t>
            </a:r>
          </a:p>
          <a:p>
            <a:pPr lvl="1"/>
            <a:r>
              <a:rPr lang="en-US" err="1"/>
              <a:t>dfdl:initiatedContent</a:t>
            </a:r>
            <a:r>
              <a:rPr lang="en-US"/>
              <a:t>="yes" discriminates choice</a:t>
            </a:r>
          </a:p>
          <a:p>
            <a:r>
              <a:rPr lang="en-US"/>
              <a:t>Arrays - multiple messages in a file</a:t>
            </a:r>
          </a:p>
          <a:p>
            <a:pPr lvl="1"/>
            <a:r>
              <a:rPr lang="en-US"/>
              <a:t>DFDL Discriminators on arrays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21DD3-2F66-88B2-AB79-2011682E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5E74CA-90B8-73DE-4CBB-CE559C928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section...</a:t>
            </a:r>
          </a:p>
        </p:txBody>
      </p:sp>
    </p:spTree>
    <p:extLst>
      <p:ext uri="{BB962C8B-B14F-4D97-AF65-F5344CB8AC3E}">
        <p14:creationId xmlns:p14="http://schemas.microsoft.com/office/powerpoint/2010/main" val="345602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E636-1CA2-DBFE-EAD3-F02C4DD7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C2CBE-2680-A5AB-BE9C-546E5411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50"/>
              <a:t>Choice of more Message Types, Arrays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DDA5-D590-E7E0-9E79-49C5F04A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86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F8D7C-8E2F-2B92-B29E-056C3D5EE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adds new messages</a:t>
            </a:r>
          </a:p>
          <a:p>
            <a:pPr lvl="1"/>
            <a:r>
              <a:rPr lang="en-US"/>
              <a:t>uses a choice, </a:t>
            </a:r>
            <a:r>
              <a:rPr lang="en-US" err="1"/>
              <a:t>dfdl:initiatedContent</a:t>
            </a:r>
            <a:r>
              <a:rPr lang="en-US"/>
              <a:t> and </a:t>
            </a:r>
            <a:r>
              <a:rPr lang="en-US" err="1"/>
              <a:t>dfdl:initiator</a:t>
            </a:r>
            <a:r>
              <a:rPr lang="en-US"/>
              <a:t> to choose which message </a:t>
            </a:r>
          </a:p>
          <a:p>
            <a:r>
              <a:rPr lang="en-US"/>
              <a:t>ack contains an array with </a:t>
            </a:r>
            <a:r>
              <a:rPr lang="en-US" i="1"/>
              <a:t>stored count</a:t>
            </a:r>
            <a:r>
              <a:rPr lang="en-US"/>
              <a:t> field</a:t>
            </a:r>
          </a:p>
          <a:p>
            <a:pPr lvl="1"/>
            <a:r>
              <a:rPr lang="en-US"/>
              <a:t>uses </a:t>
            </a:r>
            <a:r>
              <a:rPr lang="en-US" err="1"/>
              <a:t>dfdl:occursCount</a:t>
            </a:r>
            <a:r>
              <a:rPr lang="en-US"/>
              <a:t> expression and </a:t>
            </a:r>
            <a:r>
              <a:rPr lang="en-US" err="1"/>
              <a:t>dfdl:outputValueCalc</a:t>
            </a:r>
            <a:r>
              <a:rPr lang="en-US"/>
              <a:t> expression to use the count field and ensure it is unparsed properly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1AA16-6ED7-32DB-F500-F8C1D995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4CE23A-3675-66C1-6CE5-CC4311C2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Lab04</a:t>
            </a:r>
          </a:p>
        </p:txBody>
      </p:sp>
    </p:spTree>
    <p:extLst>
      <p:ext uri="{BB962C8B-B14F-4D97-AF65-F5344CB8AC3E}">
        <p14:creationId xmlns:p14="http://schemas.microsoft.com/office/powerpoint/2010/main" val="2303675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EDCED-3249-F713-5A3C-31CE3BBF6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Identity and Ack</a:t>
            </a:r>
          </a:p>
          <a:p>
            <a:endParaRPr lang="en-US"/>
          </a:p>
          <a:p>
            <a:r>
              <a:rPr lang="en-US"/>
              <a:t>All messages have </a:t>
            </a:r>
            <a:r>
              <a:rPr lang="en-US" err="1"/>
              <a:t>dfdl:initiator</a:t>
            </a:r>
            <a:endParaRPr lang="en-US"/>
          </a:p>
          <a:p>
            <a:endParaRPr lang="en-US"/>
          </a:p>
          <a:p>
            <a:r>
              <a:rPr lang="en-US"/>
              <a:t>Property </a:t>
            </a:r>
            <a:r>
              <a:rPr lang="en-US" err="1"/>
              <a:t>dfdl:initiatedContent</a:t>
            </a:r>
            <a:r>
              <a:rPr lang="en-US"/>
              <a:t>="yes"</a:t>
            </a:r>
          </a:p>
          <a:p>
            <a:pPr lvl="1"/>
            <a:r>
              <a:rPr lang="en-US"/>
              <a:t>makes the initiator into a </a:t>
            </a:r>
            <a:r>
              <a:rPr lang="en-US" i="1"/>
              <a:t>discriminator</a:t>
            </a:r>
          </a:p>
          <a:p>
            <a:pPr lvl="1"/>
            <a:r>
              <a:rPr lang="en-US"/>
              <a:t>choice </a:t>
            </a:r>
            <a:r>
              <a:rPr lang="en-US" i="1"/>
              <a:t>Point of Uncertainty </a:t>
            </a:r>
            <a:r>
              <a:rPr lang="en-US"/>
              <a:t>(</a:t>
            </a:r>
            <a:r>
              <a:rPr lang="en-US" err="1"/>
              <a:t>PoU</a:t>
            </a:r>
            <a:r>
              <a:rPr lang="en-US"/>
              <a:t>) is resolved by finding the </a:t>
            </a:r>
            <a:r>
              <a:rPr lang="en-US" err="1"/>
              <a:t>dfdl:initiator</a:t>
            </a:r>
            <a:endParaRPr lang="en-US"/>
          </a:p>
          <a:p>
            <a:pPr lvl="1"/>
            <a:endParaRPr lang="en-US"/>
          </a:p>
          <a:p>
            <a:r>
              <a:rPr lang="en-US"/>
              <a:t>See DFDL Spec Section 9.3</a:t>
            </a:r>
          </a:p>
          <a:p>
            <a:pPr lvl="1"/>
            <a:r>
              <a:rPr lang="en-US"/>
              <a:t>One of the most complex aspects of the DFDL spec.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4811C-CE60-E9D8-9EC5-E1409CC9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496FE8-F3CC-4832-9652-2F38AA68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Lab04 - Added New Messages</a:t>
            </a:r>
          </a:p>
        </p:txBody>
      </p:sp>
    </p:spTree>
    <p:extLst>
      <p:ext uri="{BB962C8B-B14F-4D97-AF65-F5344CB8AC3E}">
        <p14:creationId xmlns:p14="http://schemas.microsoft.com/office/powerpoint/2010/main" val="2789423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CEF77-FA9B-AF66-218A-7350E2A1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contrast choice with </a:t>
            </a:r>
            <a:r>
              <a:rPr lang="en-US" err="1"/>
              <a:t>dfdl:initiatedContent</a:t>
            </a:r>
            <a:r>
              <a:rPr lang="en-US"/>
              <a:t>="yes" vs. no</a:t>
            </a:r>
          </a:p>
          <a:p>
            <a:pPr lvl="2"/>
            <a:r>
              <a:rPr lang="en-US"/>
              <a:t>for negative test case (malformed BCD </a:t>
            </a:r>
            <a:r>
              <a:rPr lang="en-US" err="1"/>
              <a:t>sendTime</a:t>
            </a:r>
            <a:r>
              <a:rPr lang="en-US"/>
              <a:t>)</a:t>
            </a:r>
          </a:p>
          <a:p>
            <a:pPr lvl="2"/>
            <a:r>
              <a:rPr lang="en-US"/>
              <a:t>diagnostic is misleading without it. </a:t>
            </a:r>
          </a:p>
          <a:p>
            <a:r>
              <a:rPr lang="en-US"/>
              <a:t>Good example of getting proper diagnostic for negative test cases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D204D-9FAD-883E-958E-0ADFD0A1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9F3E1A-D3BC-3237-5491-2D2E9059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Choice with </a:t>
            </a:r>
            <a:r>
              <a:rPr lang="en-US" err="1"/>
              <a:t>dfdl:initiatedContent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0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01B58-8BCE-09DE-94E5-6202BDF8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simpleType</a:t>
            </a:r>
            <a:r>
              <a:rPr lang="en-US"/>
              <a:t> </a:t>
            </a:r>
            <a:r>
              <a:rPr lang="en-US" err="1"/>
              <a:t>entityTypeDetail</a:t>
            </a:r>
            <a:endParaRPr lang="en-US"/>
          </a:p>
          <a:p>
            <a:pPr lvl="1"/>
            <a:r>
              <a:rPr lang="en-US"/>
              <a:t>example of numeric </a:t>
            </a:r>
            <a:r>
              <a:rPr lang="en-US" err="1"/>
              <a:t>enum</a:t>
            </a:r>
            <a:r>
              <a:rPr lang="en-US"/>
              <a:t> with many entries</a:t>
            </a:r>
          </a:p>
          <a:p>
            <a:pPr lvl="1"/>
            <a:r>
              <a:rPr lang="en-US"/>
              <a:t>only a few are shown. They can be big (hundreds) in real schemas.</a:t>
            </a:r>
          </a:p>
          <a:p>
            <a:pPr lvl="1"/>
            <a:endParaRPr lang="en-US"/>
          </a:p>
          <a:p>
            <a:r>
              <a:rPr lang="en-US"/>
              <a:t>Daffodil has extensions to DFDL to do </a:t>
            </a:r>
            <a:r>
              <a:rPr lang="en-US" err="1"/>
              <a:t>enums</a:t>
            </a:r>
            <a:r>
              <a:rPr lang="en-US"/>
              <a:t> better. </a:t>
            </a:r>
          </a:p>
          <a:p>
            <a:pPr lvl="1"/>
            <a:r>
              <a:rPr lang="en-US"/>
              <a:t>See the </a:t>
            </a:r>
            <a:r>
              <a:rPr lang="en-US" err="1"/>
              <a:t>DFDLSchemas</a:t>
            </a:r>
            <a:r>
              <a:rPr lang="en-US"/>
              <a:t> MIL-STD-2045 schema on </a:t>
            </a:r>
            <a:r>
              <a:rPr lang="en-US" err="1"/>
              <a:t>github</a:t>
            </a:r>
            <a:r>
              <a:rPr lang="en-US"/>
              <a:t> for examples and usage. </a:t>
            </a:r>
          </a:p>
          <a:p>
            <a:pPr marL="609585" lvl="1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728D-8363-FBD2-5133-D0749D14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A92B74-AE8D-81F4-9659-FEC7F5E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Message</a:t>
            </a:r>
          </a:p>
        </p:txBody>
      </p:sp>
    </p:spTree>
    <p:extLst>
      <p:ext uri="{BB962C8B-B14F-4D97-AF65-F5344CB8AC3E}">
        <p14:creationId xmlns:p14="http://schemas.microsoft.com/office/powerpoint/2010/main" val="6470586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01B58-8BCE-09DE-94E5-6202BDF8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simpleType</a:t>
            </a:r>
            <a:r>
              <a:rPr lang="en-US"/>
              <a:t> </a:t>
            </a:r>
            <a:r>
              <a:rPr lang="en-US" err="1"/>
              <a:t>identDescription</a:t>
            </a:r>
            <a:endParaRPr lang="en-US"/>
          </a:p>
          <a:p>
            <a:pPr lvl="1"/>
            <a:r>
              <a:rPr lang="en-US" err="1"/>
              <a:t>dfdl:textTrimKind</a:t>
            </a:r>
            <a:r>
              <a:rPr lang="en-US"/>
              <a:t> '</a:t>
            </a:r>
            <a:r>
              <a:rPr lang="en-US" err="1"/>
              <a:t>padChar</a:t>
            </a:r>
            <a:r>
              <a:rPr lang="en-US"/>
              <a:t>'</a:t>
            </a:r>
          </a:p>
          <a:p>
            <a:pPr lvl="1"/>
            <a:r>
              <a:rPr lang="en-US" err="1"/>
              <a:t>dfdl:textPadKind</a:t>
            </a:r>
            <a:r>
              <a:rPr lang="en-US"/>
              <a:t> '</a:t>
            </a:r>
            <a:r>
              <a:rPr lang="en-US" err="1"/>
              <a:t>padChar</a:t>
            </a:r>
            <a:r>
              <a:rPr lang="en-US"/>
              <a:t>'</a:t>
            </a:r>
          </a:p>
          <a:p>
            <a:pPr lvl="1"/>
            <a:r>
              <a:rPr lang="en-US" err="1"/>
              <a:t>dfdl:textStringPadCharacter</a:t>
            </a:r>
            <a:r>
              <a:rPr lang="en-US"/>
              <a:t> '%#r00;'</a:t>
            </a:r>
          </a:p>
          <a:p>
            <a:pPr lvl="2"/>
            <a:r>
              <a:rPr lang="en-US"/>
              <a:t>a DFDL raw byte entity (for ASCII NUL)</a:t>
            </a:r>
          </a:p>
          <a:p>
            <a:pPr lvl="1"/>
            <a:r>
              <a:rPr lang="en-US" err="1"/>
              <a:t>dfdl:textStringJustification</a:t>
            </a:r>
            <a:r>
              <a:rPr lang="en-US"/>
              <a:t> 'left'</a:t>
            </a:r>
          </a:p>
          <a:p>
            <a:pPr lvl="2"/>
            <a:r>
              <a:rPr lang="en-US"/>
              <a:t>padding characters trimmed/added to right</a:t>
            </a:r>
          </a:p>
          <a:p>
            <a:pPr lvl="1"/>
            <a:r>
              <a:rPr lang="en-US"/>
              <a:t>fairly complex pattern regex needed</a:t>
            </a:r>
          </a:p>
          <a:p>
            <a:pPr lvl="1"/>
            <a:r>
              <a:rPr lang="en-US"/>
              <a:t>Note: avoids use of "*" and "+" regex </a:t>
            </a:r>
          </a:p>
          <a:p>
            <a:pPr lvl="2"/>
            <a:r>
              <a:rPr lang="en-US"/>
              <a:t>to conform with ISG guidance on secure XSD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728D-8363-FBD2-5133-D0749D14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A92B74-AE8D-81F4-9659-FEC7F5E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Message</a:t>
            </a:r>
          </a:p>
        </p:txBody>
      </p:sp>
    </p:spTree>
    <p:extLst>
      <p:ext uri="{BB962C8B-B14F-4D97-AF65-F5344CB8AC3E}">
        <p14:creationId xmlns:p14="http://schemas.microsoft.com/office/powerpoint/2010/main" val="424878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01B58-8BCE-09DE-94E5-6202BDF8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DFDL uses the term "Fill" for unused parts of the data format.</a:t>
            </a:r>
          </a:p>
          <a:p>
            <a:pPr lvl="1"/>
            <a:r>
              <a:rPr lang="en-US" err="1"/>
              <a:t>dfdl:fillByte</a:t>
            </a:r>
            <a:r>
              <a:rPr lang="en-US"/>
              <a:t> value is used to fill things in. </a:t>
            </a:r>
          </a:p>
          <a:p>
            <a:pPr lvl="1"/>
            <a:endParaRPr lang="en-US"/>
          </a:p>
          <a:p>
            <a:r>
              <a:rPr lang="en-US"/>
              <a:t>DFDL uses the term "Pad" and "Trim" for text fields with characters before, after, or around the data. </a:t>
            </a:r>
          </a:p>
          <a:p>
            <a:pPr lvl="1"/>
            <a:r>
              <a:rPr lang="en-US"/>
              <a:t>Trimming happens when parsing</a:t>
            </a:r>
          </a:p>
          <a:p>
            <a:pPr lvl="1"/>
            <a:r>
              <a:rPr lang="en-US"/>
              <a:t>Padding happens when unparsing</a:t>
            </a:r>
          </a:p>
          <a:p>
            <a:pPr lvl="1"/>
            <a:r>
              <a:rPr lang="en-US"/>
              <a:t>Properties</a:t>
            </a:r>
          </a:p>
          <a:p>
            <a:pPr lvl="2"/>
            <a:r>
              <a:rPr lang="en-US" err="1"/>
              <a:t>textTrimKind</a:t>
            </a:r>
            <a:r>
              <a:rPr lang="en-US"/>
              <a:t> </a:t>
            </a:r>
            <a:r>
              <a:rPr lang="en-US" err="1"/>
              <a:t>textPadKind</a:t>
            </a:r>
            <a:r>
              <a:rPr lang="en-US"/>
              <a:t> </a:t>
            </a:r>
          </a:p>
          <a:p>
            <a:pPr lvl="1"/>
            <a:r>
              <a:rPr lang="en-US"/>
              <a:t>The padding character to trim or add:</a:t>
            </a:r>
          </a:p>
          <a:p>
            <a:pPr lvl="2"/>
            <a:r>
              <a:rPr lang="en-US" err="1"/>
              <a:t>textStringPadCharacter</a:t>
            </a:r>
            <a:r>
              <a:rPr lang="en-US"/>
              <a:t>, </a:t>
            </a:r>
            <a:r>
              <a:rPr lang="en-US" err="1"/>
              <a:t>textNumberPadCharacter</a:t>
            </a:r>
            <a:r>
              <a:rPr lang="en-US"/>
              <a:t>, </a:t>
            </a:r>
            <a:r>
              <a:rPr lang="en-US" err="1"/>
              <a:t>textBooleanPadCharacter</a:t>
            </a:r>
            <a:r>
              <a:rPr lang="en-US"/>
              <a:t> or </a:t>
            </a:r>
            <a:r>
              <a:rPr lang="en-US" err="1"/>
              <a:t>textCalendarPadCharacter</a:t>
            </a:r>
            <a:endParaRPr lang="en-US"/>
          </a:p>
          <a:p>
            <a:pPr lvl="1"/>
            <a:r>
              <a:rPr lang="en-US"/>
              <a:t>Where padding is trimmed/added:</a:t>
            </a:r>
          </a:p>
          <a:p>
            <a:pPr lvl="2"/>
            <a:r>
              <a:rPr lang="en-US" err="1"/>
              <a:t>textStringJustification</a:t>
            </a:r>
            <a:r>
              <a:rPr lang="en-US"/>
              <a:t>, </a:t>
            </a:r>
            <a:r>
              <a:rPr lang="en-US" err="1"/>
              <a:t>textNumberJustification</a:t>
            </a:r>
            <a:r>
              <a:rPr lang="en-US"/>
              <a:t>, </a:t>
            </a:r>
            <a:r>
              <a:rPr lang="en-US" err="1"/>
              <a:t>textBooleanJustification</a:t>
            </a:r>
            <a:r>
              <a:rPr lang="en-US"/>
              <a:t>, </a:t>
            </a:r>
            <a:r>
              <a:rPr lang="en-US" err="1"/>
              <a:t>textCalendarJustification</a:t>
            </a:r>
            <a:endParaRPr lang="en-US"/>
          </a:p>
          <a:p>
            <a:pPr lvl="2"/>
            <a:r>
              <a:rPr lang="en-US"/>
              <a:t>Numbers are typically right justified. Other things left justified.</a:t>
            </a:r>
          </a:p>
          <a:p>
            <a:endParaRPr lang="en-US"/>
          </a:p>
          <a:p>
            <a:r>
              <a:rPr lang="en-US"/>
              <a:t>Not every format spec is consistent with DFDL's terminology on pad vs. fill.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728D-8363-FBD2-5133-D0749D14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A92B74-AE8D-81F4-9659-FEC7F5E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Fill, Pad, and Trim Properties</a:t>
            </a:r>
          </a:p>
        </p:txBody>
      </p:sp>
    </p:spTree>
    <p:extLst>
      <p:ext uri="{BB962C8B-B14F-4D97-AF65-F5344CB8AC3E}">
        <p14:creationId xmlns:p14="http://schemas.microsoft.com/office/powerpoint/2010/main" val="15141679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EDCED-3249-F713-5A3C-31CE3BBF6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Contains an array of </a:t>
            </a:r>
            <a:r>
              <a:rPr lang="en-US" err="1"/>
              <a:t>messageID</a:t>
            </a:r>
            <a:r>
              <a:rPr lang="en-US"/>
              <a:t> items</a:t>
            </a:r>
          </a:p>
          <a:p>
            <a:r>
              <a:rPr lang="en-US"/>
              <a:t>DFDL Array &amp; Optional Properties</a:t>
            </a:r>
          </a:p>
          <a:p>
            <a:pPr lvl="1"/>
            <a:r>
              <a:rPr lang="en-US" err="1"/>
              <a:t>dfdl:occursCountKind</a:t>
            </a:r>
            <a:r>
              <a:rPr lang="en-US"/>
              <a:t> property</a:t>
            </a:r>
          </a:p>
          <a:p>
            <a:pPr lvl="1"/>
            <a:r>
              <a:rPr lang="en-US" err="1"/>
              <a:t>dfdl:occursCount</a:t>
            </a:r>
            <a:r>
              <a:rPr lang="en-US"/>
              <a:t> property</a:t>
            </a:r>
          </a:p>
          <a:p>
            <a:r>
              <a:rPr lang="en-US"/>
              <a:t>Count is stored in the data</a:t>
            </a:r>
          </a:p>
          <a:p>
            <a:pPr lvl="1"/>
            <a:r>
              <a:rPr lang="en-US"/>
              <a:t>Count is used by </a:t>
            </a:r>
            <a:r>
              <a:rPr lang="en-US" err="1"/>
              <a:t>dfdl:occursCount</a:t>
            </a:r>
            <a:r>
              <a:rPr lang="en-US"/>
              <a:t> expression</a:t>
            </a:r>
          </a:p>
          <a:p>
            <a:pPr lvl="1"/>
            <a:r>
              <a:rPr lang="en-US"/>
              <a:t>Recomputed on unparsing via </a:t>
            </a:r>
            <a:r>
              <a:rPr lang="en-US" err="1"/>
              <a:t>dfdl:outputValueCalc</a:t>
            </a:r>
            <a:endParaRPr lang="en-US"/>
          </a:p>
          <a:p>
            <a:pPr lvl="1"/>
            <a:endParaRPr lang="en-US"/>
          </a:p>
          <a:p>
            <a:r>
              <a:rPr lang="en-US"/>
              <a:t>DFDL terminology</a:t>
            </a:r>
          </a:p>
          <a:p>
            <a:pPr lvl="1"/>
            <a:r>
              <a:rPr lang="en-US"/>
              <a:t>Array: 0 to 2 or more are </a:t>
            </a:r>
            <a:r>
              <a:rPr lang="en-US" i="1"/>
              <a:t>possible</a:t>
            </a:r>
          </a:p>
          <a:p>
            <a:pPr lvl="1"/>
            <a:r>
              <a:rPr lang="en-US"/>
              <a:t>Optional:  0 or 1 only </a:t>
            </a:r>
          </a:p>
          <a:p>
            <a:pPr lvl="1"/>
            <a:r>
              <a:rPr lang="en-US"/>
              <a:t>Scalar: Exactly 1 only</a:t>
            </a:r>
          </a:p>
          <a:p>
            <a:pPr lvl="1"/>
            <a:r>
              <a:rPr lang="en-US" err="1"/>
              <a:t>dfdl:occursCountKind</a:t>
            </a:r>
            <a:r>
              <a:rPr lang="en-US"/>
              <a:t> applies to Array and Optional elements</a:t>
            </a:r>
          </a:p>
          <a:p>
            <a:pPr lvl="2"/>
            <a:r>
              <a:rPr lang="en-US"/>
              <a:t>ignored for scalar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4811C-CE60-E9D8-9EC5-E1409CC9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496FE8-F3CC-4832-9652-2F38AA68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Lab04 - Ack Message &amp; Arrays</a:t>
            </a:r>
          </a:p>
        </p:txBody>
      </p:sp>
    </p:spTree>
    <p:extLst>
      <p:ext uri="{BB962C8B-B14F-4D97-AF65-F5344CB8AC3E}">
        <p14:creationId xmlns:p14="http://schemas.microsoft.com/office/powerpoint/2010/main" val="39975574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7D818-AD8C-4D00-950A-7E777DC50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25853"/>
            <a:ext cx="11605067" cy="59698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Schema Definition Error</a:t>
            </a:r>
          </a:p>
          <a:p>
            <a:pPr lvl="1"/>
            <a:r>
              <a:rPr lang="en-US"/>
              <a:t>the DFDL schema has an error</a:t>
            </a:r>
          </a:p>
          <a:p>
            <a:pPr lvl="1"/>
            <a:r>
              <a:rPr lang="en-US"/>
              <a:t>usually detected at schema compilation time (before parse/unparse begins)</a:t>
            </a:r>
          </a:p>
          <a:p>
            <a:r>
              <a:rPr lang="en-US"/>
              <a:t>Parse Error</a:t>
            </a:r>
          </a:p>
          <a:p>
            <a:pPr lvl="1"/>
            <a:r>
              <a:rPr lang="en-US"/>
              <a:t>the data has an error or doesn't match the schema</a:t>
            </a:r>
          </a:p>
          <a:p>
            <a:pPr lvl="1"/>
            <a:r>
              <a:rPr lang="en-US"/>
              <a:t>causes backtracking to try other choice alternatives</a:t>
            </a:r>
          </a:p>
          <a:p>
            <a:pPr lvl="1"/>
            <a:r>
              <a:rPr lang="en-US"/>
              <a:t>causes optional elements/variable-length array elements to stop parsing more elements</a:t>
            </a:r>
          </a:p>
          <a:p>
            <a:pPr lvl="1"/>
            <a:r>
              <a:rPr lang="en-US"/>
              <a:t>only fatal if there are no alternatives for the parser to try</a:t>
            </a:r>
          </a:p>
          <a:p>
            <a:r>
              <a:rPr lang="en-US"/>
              <a:t>Unparse Error</a:t>
            </a:r>
          </a:p>
          <a:p>
            <a:pPr lvl="1"/>
            <a:r>
              <a:rPr lang="en-US"/>
              <a:t>always fatal - unparsing fails</a:t>
            </a:r>
          </a:p>
          <a:p>
            <a:r>
              <a:rPr lang="en-US"/>
              <a:t>Validation Error</a:t>
            </a:r>
          </a:p>
          <a:p>
            <a:pPr lvl="1"/>
            <a:r>
              <a:rPr lang="en-US"/>
              <a:t>if Daffodil is run with validation options selected</a:t>
            </a:r>
          </a:p>
          <a:p>
            <a:pPr lvl="1"/>
            <a:r>
              <a:rPr lang="en-US"/>
              <a:t>These do not cause backtracking</a:t>
            </a:r>
          </a:p>
          <a:p>
            <a:r>
              <a:rPr lang="en-US"/>
              <a:t>Left-over data </a:t>
            </a:r>
          </a:p>
          <a:p>
            <a:pPr lvl="1"/>
            <a:r>
              <a:rPr lang="en-US"/>
              <a:t>parse succeeded, but did not consume all the data </a:t>
            </a:r>
          </a:p>
          <a:p>
            <a:r>
              <a:rPr lang="en-US"/>
              <a:t>TDML negative tests can expect any of these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676577-F718-4124-9842-9AAC278D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Different Kinds of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F61DA-29D2-1C08-47CF-52BE5FF2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16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E636-1CA2-DBFE-EAD3-F02C4DD7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C2CBE-2680-A5AB-BE9C-546E5411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Production Schema Organization</a:t>
            </a:r>
          </a:p>
          <a:p>
            <a:r>
              <a:rPr lang="en-US"/>
              <a:t>Using SBT and the daffodil-</a:t>
            </a:r>
            <a:r>
              <a:rPr lang="en-US" err="1"/>
              <a:t>sbt</a:t>
            </a:r>
            <a:r>
              <a:rPr lang="en-US"/>
              <a:t> Plugin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DDA5-D590-E7E0-9E79-49C5F04A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916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9F659-47B0-EB64-63C4-564F504E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err="1"/>
              <a:t>build.sbt</a:t>
            </a:r>
            <a:r>
              <a:rPr lang="en-US"/>
              <a:t> - defines your schema 'project'</a:t>
            </a:r>
          </a:p>
          <a:p>
            <a:r>
              <a:rPr lang="en-US"/>
              <a:t>project directory </a:t>
            </a:r>
          </a:p>
          <a:p>
            <a:pPr lvl="1"/>
            <a:r>
              <a:rPr lang="en-US" err="1"/>
              <a:t>build.properties</a:t>
            </a:r>
            <a:r>
              <a:rPr lang="en-US"/>
              <a:t> - </a:t>
            </a:r>
            <a:r>
              <a:rPr lang="en-US" err="1"/>
              <a:t>sbt</a:t>
            </a:r>
            <a:r>
              <a:rPr lang="en-US"/>
              <a:t> version to use</a:t>
            </a:r>
          </a:p>
          <a:p>
            <a:pPr lvl="1"/>
            <a:r>
              <a:rPr lang="en-US" err="1"/>
              <a:t>plugins.sbt</a:t>
            </a:r>
            <a:r>
              <a:rPr lang="en-US"/>
              <a:t> </a:t>
            </a:r>
          </a:p>
          <a:p>
            <a:pPr lvl="2"/>
            <a:r>
              <a:rPr lang="en-US"/>
              <a:t>specifies daffodil-</a:t>
            </a:r>
            <a:r>
              <a:rPr lang="en-US" err="1"/>
              <a:t>sbt</a:t>
            </a:r>
            <a:r>
              <a:rPr lang="en-US"/>
              <a:t> plugin</a:t>
            </a:r>
          </a:p>
          <a:p>
            <a:pPr lvl="2"/>
            <a:r>
              <a:rPr lang="en-US"/>
              <a:t>future: other plugins</a:t>
            </a:r>
          </a:p>
          <a:p>
            <a:pPr lvl="2"/>
            <a:endParaRPr lang="en-US"/>
          </a:p>
          <a:p>
            <a:r>
              <a:rPr lang="en-US" err="1"/>
              <a:t>TestFakeTDL.scala</a:t>
            </a:r>
            <a:r>
              <a:rPr lang="en-US"/>
              <a:t> - JUnit test driver</a:t>
            </a:r>
          </a:p>
          <a:p>
            <a:pPr lvl="1"/>
            <a:r>
              <a:rPr lang="en-US"/>
              <a:t>enables running tests easily</a:t>
            </a:r>
          </a:p>
          <a:p>
            <a:pPr lvl="2"/>
            <a:r>
              <a:rPr lang="en-US"/>
              <a:t>from command line</a:t>
            </a:r>
          </a:p>
          <a:p>
            <a:pPr lvl="2"/>
            <a:r>
              <a:rPr lang="en-US"/>
              <a:t>from IDE </a:t>
            </a:r>
          </a:p>
          <a:p>
            <a:pPr lvl="3"/>
            <a:r>
              <a:rPr lang="en-US"/>
              <a:t>JetBrains IDEA, </a:t>
            </a:r>
            <a:r>
              <a:rPr lang="en-US" err="1"/>
              <a:t>VSCode</a:t>
            </a:r>
            <a:r>
              <a:rPr lang="en-US"/>
              <a:t> both work well for DFDL schema work</a:t>
            </a:r>
          </a:p>
          <a:p>
            <a:pPr lvl="3"/>
            <a:r>
              <a:rPr lang="en-US"/>
              <a:t>There's a Daffodil </a:t>
            </a:r>
            <a:r>
              <a:rPr lang="en-US" err="1"/>
              <a:t>VSCode</a:t>
            </a:r>
            <a:r>
              <a:rPr lang="en-US"/>
              <a:t> extension in the works to help write, debug DFDL schemas</a:t>
            </a:r>
          </a:p>
          <a:p>
            <a:r>
              <a:rPr lang="en-US"/>
              <a:t>'</a:t>
            </a:r>
            <a:r>
              <a:rPr lang="en-US" err="1"/>
              <a:t>sbt</a:t>
            </a:r>
            <a:r>
              <a:rPr lang="en-US"/>
              <a:t> test' </a:t>
            </a:r>
          </a:p>
          <a:p>
            <a:pPr lvl="1"/>
            <a:r>
              <a:rPr lang="en-US"/>
              <a:t>runs all JUnit tests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5C59D9-0DEB-25BC-1B39-34BC6F7B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SBT to Simplify Build &amp;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D3BFC0-BB5A-52E1-B05F-2CF8DE36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34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9F659-47B0-EB64-63C4-564F504E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Prepares DFDL schema for deployment</a:t>
            </a:r>
          </a:p>
          <a:p>
            <a:endParaRPr lang="en-US" dirty="0"/>
          </a:p>
          <a:p>
            <a:r>
              <a:rPr lang="en-US" dirty="0"/>
              <a:t>'</a:t>
            </a:r>
            <a:r>
              <a:rPr lang="en-US" dirty="0" err="1"/>
              <a:t>sbt</a:t>
            </a:r>
            <a:r>
              <a:rPr lang="en-US" dirty="0"/>
              <a:t> </a:t>
            </a:r>
            <a:r>
              <a:rPr lang="en-US" dirty="0" err="1"/>
              <a:t>packageDaffodilBin</a:t>
            </a:r>
            <a:r>
              <a:rPr lang="en-US" dirty="0"/>
              <a:t>'</a:t>
            </a:r>
          </a:p>
          <a:p>
            <a:pPr lvl="1"/>
            <a:r>
              <a:rPr lang="en-US" dirty="0"/>
              <a:t>Creates pre-compiled schema ".bin" files</a:t>
            </a:r>
          </a:p>
          <a:p>
            <a:pPr lvl="1"/>
            <a:r>
              <a:rPr lang="en-US" dirty="0"/>
              <a:t>For the specific Daffodil version you need</a:t>
            </a:r>
          </a:p>
          <a:p>
            <a:pPr lvl="2"/>
            <a:r>
              <a:rPr lang="en-US" dirty="0"/>
              <a:t>Depends on what Owl product and patch level</a:t>
            </a:r>
          </a:p>
          <a:p>
            <a:pPr lvl="2"/>
            <a:r>
              <a:rPr lang="en-US" dirty="0"/>
              <a:t>Could be Daffodil 3.5.0, 3.7.0, 3.8.0, 3.9.0, 3.10.0, 3.11.0, 4.0.0 ...</a:t>
            </a:r>
          </a:p>
          <a:p>
            <a:pPr lvl="1"/>
            <a:r>
              <a:rPr lang="en-US" dirty="0"/>
              <a:t>These ".bin" are used for parse and </a:t>
            </a:r>
            <a:r>
              <a:rPr lang="en-US" dirty="0" err="1"/>
              <a:t>unparse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regular DFDL schema files (".dfdl.xsd") are used for separate XSD validation when required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5C59D9-0DEB-25BC-1B39-34BC6F7B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SBT daffodil-</a:t>
            </a:r>
            <a:r>
              <a:rPr lang="en-US" err="1"/>
              <a:t>sbt</a:t>
            </a:r>
            <a:r>
              <a:rPr lang="en-US"/>
              <a:t> Plugin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5ACC9-D34C-26B6-99C8-F9605EA7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85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DEB2-F7B2-E826-38B1-78923088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 of DFDL Schema Labs 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52384-9E74-62CE-CC08-A937C7149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You should have a great sense of accomplishment :-)</a:t>
            </a:r>
          </a:p>
          <a:p>
            <a:endParaRPr lang="en-US"/>
          </a:p>
          <a:p>
            <a:r>
              <a:rPr lang="en-US"/>
              <a:t>The result of lab05 is very similar to the official </a:t>
            </a:r>
            <a:r>
              <a:rPr lang="en-US" err="1"/>
              <a:t>github</a:t>
            </a:r>
            <a:r>
              <a:rPr lang="en-US"/>
              <a:t> </a:t>
            </a:r>
            <a:r>
              <a:rPr lang="en-US" err="1"/>
              <a:t>fakeTDL</a:t>
            </a:r>
            <a:r>
              <a:rPr lang="en-US"/>
              <a:t> schema.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4949F-D8E1-0ECF-45AE-2F1ADEBC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081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4BE781-7E7D-73B9-A209-B52B6329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3CCFB-0529-A181-1484-A59C602A7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973846-CE1B-5807-E4B4-903A10B6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052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C89B-3716-0AF2-0BD1-FE15D0EF7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Support</a:t>
            </a:r>
          </a:p>
          <a:p>
            <a:pPr lvl="1"/>
            <a:r>
              <a:rPr lang="en-US" dirty="0"/>
              <a:t>Apache Daffodil project</a:t>
            </a:r>
          </a:p>
          <a:p>
            <a:pPr lvl="2"/>
            <a:r>
              <a:rPr lang="en-US" dirty="0"/>
              <a:t>join users@daffodil.apache.org mailing list</a:t>
            </a:r>
          </a:p>
          <a:p>
            <a:pPr lvl="2"/>
            <a:r>
              <a:rPr lang="en-US" dirty="0"/>
              <a:t>ask questions there - note: public archived list</a:t>
            </a:r>
          </a:p>
          <a:p>
            <a:pPr lvl="2"/>
            <a:r>
              <a:rPr lang="en-US" dirty="0"/>
              <a:t>email: daffodil-fouo-support@owlcyberdefense.com</a:t>
            </a:r>
          </a:p>
          <a:p>
            <a:pPr lvl="3"/>
            <a:r>
              <a:rPr lang="en-US" dirty="0"/>
              <a:t>non-public, but do not send FOUO/CUI materials</a:t>
            </a:r>
          </a:p>
          <a:p>
            <a:r>
              <a:rPr lang="en-US" dirty="0"/>
              <a:t>Paid Support</a:t>
            </a:r>
          </a:p>
          <a:p>
            <a:pPr lvl="1"/>
            <a:r>
              <a:rPr lang="en-US" dirty="0"/>
              <a:t>Ask on users@daffodil.apache.org list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411E3-B00E-366E-E7A6-9944863B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Support/Help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D5AC6-EFBE-027F-CDC1-C9B5C8FF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53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25C28C-4979-71FB-B1E3-3670377BE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Please provide feedback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449BA5-5093-685D-D0F7-53483479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Conclusion...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25A7E-BFEA-7971-A56E-2E784F63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909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D28352-2AC4-43C2-B71F-548E2F92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47DB6E-A0B3-4A50-9BD7-4D4D38169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That's all folks.</a:t>
            </a:r>
          </a:p>
          <a:p>
            <a:endParaRPr lang="en-US"/>
          </a:p>
          <a:p>
            <a:r>
              <a:rPr lang="en-US"/>
              <a:t>Extra or draft slides may follow this slide.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F974C-457D-90A0-062C-3A488F4E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7419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ffodil-DFDL-Template.pptx" id="{AEAA4738-33A3-4C82-A6B7-BB73C2C23E30}" vid="{79552CB8-BE4D-4D39-BC3E-F4ABDC228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35</TotalTime>
  <Words>4606</Words>
  <Application>Microsoft Office PowerPoint</Application>
  <PresentationFormat>Widescreen</PresentationFormat>
  <Paragraphs>736</Paragraphs>
  <Slides>61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Noto Sans</vt:lpstr>
      <vt:lpstr>Calibri Light</vt:lpstr>
      <vt:lpstr>Courier New</vt:lpstr>
      <vt:lpstr>Helvetica</vt:lpstr>
      <vt:lpstr>JetBrains Mono</vt:lpstr>
      <vt:lpstr>Wingdings</vt:lpstr>
      <vt:lpstr>Calibri</vt:lpstr>
      <vt:lpstr>Noto Mono</vt:lpstr>
      <vt:lpstr>Arial</vt:lpstr>
      <vt:lpstr>Owl Tresys</vt:lpstr>
      <vt:lpstr>DFDL Training: The FakeTDL Data Format</vt:lpstr>
      <vt:lpstr>Assumptions - Prerequisites</vt:lpstr>
      <vt:lpstr>Agenda</vt:lpstr>
      <vt:lpstr>Goals of DFDL Training</vt:lpstr>
      <vt:lpstr>FakeTDL</vt:lpstr>
      <vt:lpstr>FakeTDL - Our Example Data Format</vt:lpstr>
      <vt:lpstr>FakeTDL - has a Spec</vt:lpstr>
      <vt:lpstr>FakeTDL Format Basics</vt:lpstr>
      <vt:lpstr>DFDL Property byteOrder</vt:lpstr>
      <vt:lpstr>Finding Properties in the DFDL Spec</vt:lpstr>
      <vt:lpstr>DFDL Spec Overview</vt:lpstr>
      <vt:lpstr>dfdl:format</vt:lpstr>
      <vt:lpstr>DFDL Types and Used by FakeTDL</vt:lpstr>
      <vt:lpstr>Terminology: Calendar types</vt:lpstr>
      <vt:lpstr>DFDL Spec Sections</vt:lpstr>
      <vt:lpstr>FakeTDL Message Fields</vt:lpstr>
      <vt:lpstr>FakeTDL Track Message as XML</vt:lpstr>
      <vt:lpstr>Two Unit + Time Pairs</vt:lpstr>
      <vt:lpstr>Two Geolocation Triples</vt:lpstr>
      <vt:lpstr>A Few Misc Fields</vt:lpstr>
      <vt:lpstr>Track Message  (from xxd test_track_good_01.dat)</vt:lpstr>
      <vt:lpstr>DFDL Property binaryCalendarRep</vt:lpstr>
      <vt:lpstr>Lab Exercises - Hands On</vt:lpstr>
      <vt:lpstr>Lab01</vt:lpstr>
      <vt:lpstr>Lab01 - a First Cut Schema</vt:lpstr>
      <vt:lpstr>fakeTDL.dfdl.xsd</vt:lpstr>
      <vt:lpstr>Review of DFDL Properties from Lab01</vt:lpstr>
      <vt:lpstr>Review: Different Kinds of Errors</vt:lpstr>
      <vt:lpstr>Lab02 - TEST/QA for DFDL Schemas</vt:lpstr>
      <vt:lpstr>Built-In TDML Self Test</vt:lpstr>
      <vt:lpstr>Test Data Markup Language (TDML)</vt:lpstr>
      <vt:lpstr>Lab02 - Using TDML </vt:lpstr>
      <vt:lpstr>Improving the Schema</vt:lpstr>
      <vt:lpstr>Data Quality Concepts</vt:lpstr>
      <vt:lpstr>Data Quality Concepts</vt:lpstr>
      <vt:lpstr>Our DFDL Schema so far...</vt:lpstr>
      <vt:lpstr>FakeTDL pointType Field</vt:lpstr>
      <vt:lpstr>FakeTDL pointType Field</vt:lpstr>
      <vt:lpstr>FakeTDL pointType Field</vt:lpstr>
      <vt:lpstr>Lab03</vt:lpstr>
      <vt:lpstr>Lab03 exercises  </vt:lpstr>
      <vt:lpstr>DFDL Properties and XSD Facets</vt:lpstr>
      <vt:lpstr>Multiple Message Types </vt:lpstr>
      <vt:lpstr>This section...</vt:lpstr>
      <vt:lpstr>Lab04</vt:lpstr>
      <vt:lpstr>Lab04</vt:lpstr>
      <vt:lpstr>Lab04 - Added New Messages</vt:lpstr>
      <vt:lpstr>Choice with dfdl:initiatedContent</vt:lpstr>
      <vt:lpstr>Identity Message</vt:lpstr>
      <vt:lpstr>Identity Message</vt:lpstr>
      <vt:lpstr>Fill, Pad, and Trim Properties</vt:lpstr>
      <vt:lpstr>Lab04 - Ack Message &amp; Arrays</vt:lpstr>
      <vt:lpstr>Summary: Different Kinds of Errors</vt:lpstr>
      <vt:lpstr>Lab05</vt:lpstr>
      <vt:lpstr>Using SBT to Simplify Build &amp; Test</vt:lpstr>
      <vt:lpstr>SBT daffodil-sbt Plugin</vt:lpstr>
      <vt:lpstr>End of DFDL Schema Labs !!!</vt:lpstr>
      <vt:lpstr>Conclusion</vt:lpstr>
      <vt:lpstr>Support/Help</vt:lpstr>
      <vt:lpstr>In Conclusion...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2025-11-20T00:55:50Z</dcterms:created>
  <dcterms:modified xsi:type="dcterms:W3CDTF">2025-11-20T01:31:34Z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